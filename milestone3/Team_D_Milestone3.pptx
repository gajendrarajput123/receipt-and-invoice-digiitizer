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3" r:id="rId1"/>
  </p:sldMasterIdLst>
  <p:sldIdLst>
    <p:sldId id="256" r:id="rId2"/>
    <p:sldId id="257" r:id="rId3"/>
    <p:sldId id="261" r:id="rId4"/>
    <p:sldId id="260" r:id="rId5"/>
    <p:sldId id="262" r:id="rId6"/>
    <p:sldId id="266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CF592-ADBD-0394-40F1-E51F2682DF72}" v="46" dt="2026-02-10T14:44:10.852"/>
    <p1510:client id="{09922233-5F48-6AD7-3B09-ED0D37A23D71}" v="18" dt="2026-02-10T12:59:16.715"/>
    <p1510:client id="{40F60317-7DDD-6B05-288C-C17D7693B6F6}" v="23" dt="2026-02-10T03:28:55.037"/>
    <p1510:client id="{7BA03F48-5A47-2401-2F1B-CB2E86CE688A}" v="81" dt="2026-02-10T11:47:14.712"/>
    <p1510:client id="{F69B360A-77E3-E8A4-BEBD-ADB73DD84EDD}" v="451" dt="2026-02-10T11:37:10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53387-9088-419B-9014-9D593BC553CA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DE5D9C-E666-470E-8202-2A905A1A13E5}">
      <dgm:prSet phldrT="[Text]" phldr="0" custT="1"/>
      <dgm:spPr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1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Team formation, GitHub repo creation and sharing</a:t>
          </a:r>
        </a:p>
      </dgm:t>
    </dgm:pt>
    <dgm:pt modelId="{5C0224EC-0069-4072-B310-6D71E608F765}" type="parTrans" cxnId="{EC2DC09E-98A8-4563-8450-21E44A550622}">
      <dgm:prSet/>
      <dgm:spPr/>
      <dgm:t>
        <a:bodyPr/>
        <a:lstStyle/>
        <a:p>
          <a:endParaRPr lang="en-US"/>
        </a:p>
      </dgm:t>
    </dgm:pt>
    <dgm:pt modelId="{54D9DCDD-CA41-4659-9E1E-0CA237B00BAB}" type="sibTrans" cxnId="{EC2DC09E-98A8-4563-8450-21E44A550622}">
      <dgm:prSet/>
      <dgm:spPr/>
      <dgm:t>
        <a:bodyPr/>
        <a:lstStyle/>
        <a:p>
          <a:endParaRPr lang="en-US"/>
        </a:p>
      </dgm:t>
    </dgm:pt>
    <dgm:pt modelId="{C918D2B1-D72E-4219-8FD9-299825DA3308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4th Feb</a:t>
          </a:r>
        </a:p>
      </dgm:t>
    </dgm:pt>
    <dgm:pt modelId="{7A52C800-2A72-4960-A6F6-6E246F27B381}" type="parTrans" cxnId="{898260AA-6C30-4074-910A-3F8B27628794}">
      <dgm:prSet/>
      <dgm:spPr/>
      <dgm:t>
        <a:bodyPr/>
        <a:lstStyle/>
        <a:p>
          <a:endParaRPr lang="en-US"/>
        </a:p>
      </dgm:t>
    </dgm:pt>
    <dgm:pt modelId="{FA046689-1775-4715-AC46-F2ECC3743140}" type="sibTrans" cxnId="{898260AA-6C30-4074-910A-3F8B27628794}">
      <dgm:prSet/>
      <dgm:spPr/>
      <dgm:t>
        <a:bodyPr/>
        <a:lstStyle/>
        <a:p>
          <a:endParaRPr lang="en-US"/>
        </a:p>
      </dgm:t>
    </dgm:pt>
    <dgm:pt modelId="{07C72914-43FF-421B-9D18-17F2769A8B43}">
      <dgm:prSet phldrT="[Text]" phldr="0" custT="1"/>
      <dgm:spPr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1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Roles and Responsibilities distribution</a:t>
          </a:r>
        </a:p>
      </dgm:t>
    </dgm:pt>
    <dgm:pt modelId="{DB99C8CE-716A-4D55-B7F1-1F2BC6F3D416}" type="parTrans" cxnId="{1C178F79-B264-4C5D-8BC2-106ACB04CD6A}">
      <dgm:prSet/>
      <dgm:spPr/>
      <dgm:t>
        <a:bodyPr/>
        <a:lstStyle/>
        <a:p>
          <a:endParaRPr lang="en-US"/>
        </a:p>
      </dgm:t>
    </dgm:pt>
    <dgm:pt modelId="{14F9351A-C47E-4670-9FE7-249E6E0CAA04}" type="sibTrans" cxnId="{1C178F79-B264-4C5D-8BC2-106ACB04CD6A}">
      <dgm:prSet/>
      <dgm:spPr/>
      <dgm:t>
        <a:bodyPr/>
        <a:lstStyle/>
        <a:p>
          <a:endParaRPr lang="en-US"/>
        </a:p>
      </dgm:t>
    </dgm:pt>
    <dgm:pt modelId="{C2C7BA18-0180-4C53-B35F-B5A645103370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5th Feb</a:t>
          </a:r>
        </a:p>
      </dgm:t>
    </dgm:pt>
    <dgm:pt modelId="{88D36656-8A03-419D-90FA-E4B39061FE5C}" type="parTrans" cxnId="{58C93130-D1EC-4B73-A001-22C5702DCA70}">
      <dgm:prSet/>
      <dgm:spPr/>
      <dgm:t>
        <a:bodyPr/>
        <a:lstStyle/>
        <a:p>
          <a:endParaRPr lang="en-US"/>
        </a:p>
      </dgm:t>
    </dgm:pt>
    <dgm:pt modelId="{F7A8D0CA-1A76-4F15-8B9C-B255A71FE58F}" type="sibTrans" cxnId="{58C93130-D1EC-4B73-A001-22C5702DCA70}">
      <dgm:prSet/>
      <dgm:spPr/>
      <dgm:t>
        <a:bodyPr/>
        <a:lstStyle/>
        <a:p>
          <a:endParaRPr lang="en-US"/>
        </a:p>
      </dgm:t>
    </dgm:pt>
    <dgm:pt modelId="{AC62CA70-26FC-4467-BCD6-4ECCBABCE92D}">
      <dgm:prSet phldrT="[Text]" phldr="0"/>
      <dgm:spPr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3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Timeline decision and areas of improvement discussion</a:t>
          </a:r>
        </a:p>
      </dgm:t>
    </dgm:pt>
    <dgm:pt modelId="{2EC4CA62-9BA5-4BD9-A74E-1BF4AB1CDEE7}" type="parTrans" cxnId="{4663EC4D-09D4-49E6-90D4-0D70944308EE}">
      <dgm:prSet/>
      <dgm:spPr/>
      <dgm:t>
        <a:bodyPr/>
        <a:lstStyle/>
        <a:p>
          <a:endParaRPr lang="en-US"/>
        </a:p>
      </dgm:t>
    </dgm:pt>
    <dgm:pt modelId="{0B00350C-3E41-48D6-9760-01C961E4D1E8}" type="sibTrans" cxnId="{4663EC4D-09D4-49E6-90D4-0D70944308EE}">
      <dgm:prSet/>
      <dgm:spPr/>
      <dgm:t>
        <a:bodyPr/>
        <a:lstStyle/>
        <a:p>
          <a:endParaRPr lang="en-US"/>
        </a:p>
      </dgm:t>
    </dgm:pt>
    <dgm:pt modelId="{A37817E1-1FE2-444E-8C71-371DD34D0876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6th Feb</a:t>
          </a:r>
        </a:p>
      </dgm:t>
    </dgm:pt>
    <dgm:pt modelId="{8A7C3ACC-2011-4275-9660-55F96E46FFE7}" type="parTrans" cxnId="{C888E7BC-5BE6-4479-9331-86E1351F9C57}">
      <dgm:prSet/>
      <dgm:spPr/>
      <dgm:t>
        <a:bodyPr/>
        <a:lstStyle/>
        <a:p>
          <a:endParaRPr lang="en-US"/>
        </a:p>
      </dgm:t>
    </dgm:pt>
    <dgm:pt modelId="{576792C3-DCF2-4C1A-ADB5-EA6BC54B233C}" type="sibTrans" cxnId="{C888E7BC-5BE6-4479-9331-86E1351F9C57}">
      <dgm:prSet/>
      <dgm:spPr/>
      <dgm:t>
        <a:bodyPr/>
        <a:lstStyle/>
        <a:p>
          <a:endParaRPr lang="en-US"/>
        </a:p>
      </dgm:t>
    </dgm:pt>
    <dgm:pt modelId="{9846EEFD-DF89-48C6-835F-D61D91DAFF03}" type="pres">
      <dgm:prSet presAssocID="{14653387-9088-419B-9014-9D593BC553CA}" presName="root" presStyleCnt="0">
        <dgm:presLayoutVars>
          <dgm:chMax/>
          <dgm:chPref/>
          <dgm:animLvl val="lvl"/>
        </dgm:presLayoutVars>
      </dgm:prSet>
      <dgm:spPr/>
    </dgm:pt>
    <dgm:pt modelId="{E7B3FCA9-131E-41F5-ACE1-994E8E7E56CC}" type="pres">
      <dgm:prSet presAssocID="{14653387-9088-419B-9014-9D593BC553CA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B162E6ED-2539-41CE-AEC4-6A6080EBC537}" type="pres">
      <dgm:prSet presAssocID="{14653387-9088-419B-9014-9D593BC553CA}" presName="nodes" presStyleCnt="0">
        <dgm:presLayoutVars>
          <dgm:chMax/>
          <dgm:chPref/>
          <dgm:animLvl val="lvl"/>
        </dgm:presLayoutVars>
      </dgm:prSet>
      <dgm:spPr/>
    </dgm:pt>
    <dgm:pt modelId="{830D9E46-E2FC-4C98-B683-0E1FF21625BD}" type="pres">
      <dgm:prSet presAssocID="{AFDE5D9C-E666-470E-8202-2A905A1A13E5}" presName="composite" presStyleCnt="0"/>
      <dgm:spPr/>
    </dgm:pt>
    <dgm:pt modelId="{757A370E-DA69-4B44-AF4C-C5E38C97E5BA}" type="pres">
      <dgm:prSet presAssocID="{AFDE5D9C-E666-470E-8202-2A905A1A13E5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32A0B89E-A4EB-4B74-BBC5-B0133608B084}" type="pres">
      <dgm:prSet presAssocID="{AFDE5D9C-E666-470E-8202-2A905A1A13E5}" presName="DropPinPlaceHolder" presStyleCnt="0"/>
      <dgm:spPr/>
    </dgm:pt>
    <dgm:pt modelId="{45825D8F-0D09-4DB1-9505-697CB4C3FFA5}" type="pres">
      <dgm:prSet presAssocID="{AFDE5D9C-E666-470E-8202-2A905A1A13E5}" presName="DropPin" presStyleLbl="alignNode1" presStyleIdx="0" presStyleCnt="3"/>
      <dgm:spPr/>
    </dgm:pt>
    <dgm:pt modelId="{2D4B2767-E963-4AF9-AEA1-B84EB7BF6AE6}" type="pres">
      <dgm:prSet presAssocID="{AFDE5D9C-E666-470E-8202-2A905A1A13E5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21B92524-22E8-4819-82F3-8D86D75D9806}" type="pres">
      <dgm:prSet presAssocID="{AFDE5D9C-E666-470E-8202-2A905A1A13E5}" presName="L2TextContainer" presStyleLbl="revTx" presStyleIdx="0" presStyleCnt="6">
        <dgm:presLayoutVars>
          <dgm:bulletEnabled val="1"/>
        </dgm:presLayoutVars>
      </dgm:prSet>
      <dgm:spPr/>
    </dgm:pt>
    <dgm:pt modelId="{ED625F69-0052-46DB-8486-A4408E845C29}" type="pres">
      <dgm:prSet presAssocID="{AFDE5D9C-E666-470E-8202-2A905A1A13E5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598E40D0-3172-4258-B74A-52989D23DFD8}" type="pres">
      <dgm:prSet presAssocID="{AFDE5D9C-E666-470E-8202-2A905A1A13E5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86555F58-5201-4E40-BEDB-23D59E8090B9}" type="pres">
      <dgm:prSet presAssocID="{AFDE5D9C-E666-470E-8202-2A905A1A13E5}" presName="EmptyPlaceHolder" presStyleCnt="0"/>
      <dgm:spPr/>
    </dgm:pt>
    <dgm:pt modelId="{84233D37-111B-442A-B892-D38D630E3528}" type="pres">
      <dgm:prSet presAssocID="{54D9DCDD-CA41-4659-9E1E-0CA237B00BAB}" presName="spaceBetweenRectangles" presStyleCnt="0"/>
      <dgm:spPr/>
    </dgm:pt>
    <dgm:pt modelId="{88FC5E46-5CEE-4887-9023-79D92729C2B5}" type="pres">
      <dgm:prSet presAssocID="{07C72914-43FF-421B-9D18-17F2769A8B43}" presName="composite" presStyleCnt="0"/>
      <dgm:spPr/>
    </dgm:pt>
    <dgm:pt modelId="{C5CDC7DB-BE7A-4709-AE0E-650FAEDC9879}" type="pres">
      <dgm:prSet presAssocID="{07C72914-43FF-421B-9D18-17F2769A8B43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3C8FC60-096F-4013-8492-495823666F18}" type="pres">
      <dgm:prSet presAssocID="{07C72914-43FF-421B-9D18-17F2769A8B43}" presName="DropPinPlaceHolder" presStyleCnt="0"/>
      <dgm:spPr/>
    </dgm:pt>
    <dgm:pt modelId="{ECD4FE8F-2104-42BC-ACAA-F80C10D0346C}" type="pres">
      <dgm:prSet presAssocID="{07C72914-43FF-421B-9D18-17F2769A8B43}" presName="DropPin" presStyleLbl="alignNode1" presStyleIdx="1" presStyleCnt="3"/>
      <dgm:spPr/>
    </dgm:pt>
    <dgm:pt modelId="{BDC12FD4-ED71-4692-9DCE-DCDC6AC23D1E}" type="pres">
      <dgm:prSet presAssocID="{07C72914-43FF-421B-9D18-17F2769A8B43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40E69667-DEF6-45EE-AEFA-F9D55F2FCA67}" type="pres">
      <dgm:prSet presAssocID="{07C72914-43FF-421B-9D18-17F2769A8B43}" presName="L2TextContainer" presStyleLbl="revTx" presStyleIdx="2" presStyleCnt="6">
        <dgm:presLayoutVars>
          <dgm:bulletEnabled val="1"/>
        </dgm:presLayoutVars>
      </dgm:prSet>
      <dgm:spPr/>
    </dgm:pt>
    <dgm:pt modelId="{7FB00655-B682-4655-BC6B-2ECBBA61B249}" type="pres">
      <dgm:prSet presAssocID="{07C72914-43FF-421B-9D18-17F2769A8B43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66A647B1-CE78-4723-A177-B4764CD7798D}" type="pres">
      <dgm:prSet presAssocID="{07C72914-43FF-421B-9D18-17F2769A8B43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40BA42D7-0E79-4B2F-8BEC-63DDC97742E4}" type="pres">
      <dgm:prSet presAssocID="{07C72914-43FF-421B-9D18-17F2769A8B43}" presName="EmptyPlaceHolder" presStyleCnt="0"/>
      <dgm:spPr/>
    </dgm:pt>
    <dgm:pt modelId="{AA2283C7-397C-48C1-BACF-A80E57B45D62}" type="pres">
      <dgm:prSet presAssocID="{14F9351A-C47E-4670-9FE7-249E6E0CAA04}" presName="spaceBetweenRectangles" presStyleCnt="0"/>
      <dgm:spPr/>
    </dgm:pt>
    <dgm:pt modelId="{71834715-D007-4A07-A20C-95D41910F4FE}" type="pres">
      <dgm:prSet presAssocID="{AC62CA70-26FC-4467-BCD6-4ECCBABCE92D}" presName="composite" presStyleCnt="0"/>
      <dgm:spPr/>
    </dgm:pt>
    <dgm:pt modelId="{52A1FDC3-5DE2-43E7-B8AF-2D7F85C447FD}" type="pres">
      <dgm:prSet presAssocID="{AC62CA70-26FC-4467-BCD6-4ECCBABCE92D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D942C513-34D9-4ECE-9274-75263A4FB000}" type="pres">
      <dgm:prSet presAssocID="{AC62CA70-26FC-4467-BCD6-4ECCBABCE92D}" presName="DropPinPlaceHolder" presStyleCnt="0"/>
      <dgm:spPr/>
    </dgm:pt>
    <dgm:pt modelId="{C358B8F1-4296-4AD4-AA14-4255CCF23A71}" type="pres">
      <dgm:prSet presAssocID="{AC62CA70-26FC-4467-BCD6-4ECCBABCE92D}" presName="DropPin" presStyleLbl="alignNode1" presStyleIdx="2" presStyleCnt="3"/>
      <dgm:spPr/>
    </dgm:pt>
    <dgm:pt modelId="{31B0C2A0-AC8C-4CD7-B6A1-0609C5EFFEAA}" type="pres">
      <dgm:prSet presAssocID="{AC62CA70-26FC-4467-BCD6-4ECCBABCE92D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3BBBEDC5-98F1-4A5B-A8D9-9E1E282B47FC}" type="pres">
      <dgm:prSet presAssocID="{AC62CA70-26FC-4467-BCD6-4ECCBABCE92D}" presName="L2TextContainer" presStyleLbl="revTx" presStyleIdx="4" presStyleCnt="6">
        <dgm:presLayoutVars>
          <dgm:bulletEnabled val="1"/>
        </dgm:presLayoutVars>
      </dgm:prSet>
      <dgm:spPr/>
    </dgm:pt>
    <dgm:pt modelId="{04C30904-BF47-4E08-99F6-D7ADD16C12CE}" type="pres">
      <dgm:prSet presAssocID="{AC62CA70-26FC-4467-BCD6-4ECCBABCE92D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0F7F755A-4951-4D5B-A3F6-4810E09EC78A}" type="pres">
      <dgm:prSet presAssocID="{AC62CA70-26FC-4467-BCD6-4ECCBABCE92D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DE2DC8D-7977-4876-9367-1130B434DA69}" type="pres">
      <dgm:prSet presAssocID="{AC62CA70-26FC-4467-BCD6-4ECCBABCE92D}" presName="EmptyPlaceHolder" presStyleCnt="0"/>
      <dgm:spPr/>
    </dgm:pt>
  </dgm:ptLst>
  <dgm:cxnLst>
    <dgm:cxn modelId="{58C93130-D1EC-4B73-A001-22C5702DCA70}" srcId="{07C72914-43FF-421B-9D18-17F2769A8B43}" destId="{C2C7BA18-0180-4C53-B35F-B5A645103370}" srcOrd="0" destOrd="0" parTransId="{88D36656-8A03-419D-90FA-E4B39061FE5C}" sibTransId="{F7A8D0CA-1A76-4F15-8B9C-B255A71FE58F}"/>
    <dgm:cxn modelId="{BB37A34B-63CF-4F7E-8F12-23DCEA2131DA}" type="presOf" srcId="{A37817E1-1FE2-444E-8C71-371DD34D0876}" destId="{3BBBEDC5-98F1-4A5B-A8D9-9E1E282B47FC}" srcOrd="0" destOrd="0" presId="urn:microsoft.com/office/officeart/2017/3/layout/DropPinTimeline"/>
    <dgm:cxn modelId="{4663EC4D-09D4-49E6-90D4-0D70944308EE}" srcId="{14653387-9088-419B-9014-9D593BC553CA}" destId="{AC62CA70-26FC-4467-BCD6-4ECCBABCE92D}" srcOrd="2" destOrd="0" parTransId="{2EC4CA62-9BA5-4BD9-A74E-1BF4AB1CDEE7}" sibTransId="{0B00350C-3E41-48D6-9760-01C961E4D1E8}"/>
    <dgm:cxn modelId="{5264D96E-7DD6-484C-B256-DC4BB1E8A232}" type="presOf" srcId="{C2C7BA18-0180-4C53-B35F-B5A645103370}" destId="{40E69667-DEF6-45EE-AEFA-F9D55F2FCA67}" srcOrd="0" destOrd="0" presId="urn:microsoft.com/office/officeart/2017/3/layout/DropPinTimeline"/>
    <dgm:cxn modelId="{1C178F79-B264-4C5D-8BC2-106ACB04CD6A}" srcId="{14653387-9088-419B-9014-9D593BC553CA}" destId="{07C72914-43FF-421B-9D18-17F2769A8B43}" srcOrd="1" destOrd="0" parTransId="{DB99C8CE-716A-4D55-B7F1-1F2BC6F3D416}" sibTransId="{14F9351A-C47E-4670-9FE7-249E6E0CAA04}"/>
    <dgm:cxn modelId="{2DBFE48C-F028-4645-B83E-90C961EB1FC8}" type="presOf" srcId="{C918D2B1-D72E-4219-8FD9-299825DA3308}" destId="{21B92524-22E8-4819-82F3-8D86D75D9806}" srcOrd="0" destOrd="0" presId="urn:microsoft.com/office/officeart/2017/3/layout/DropPinTimeline"/>
    <dgm:cxn modelId="{EC2DC09E-98A8-4563-8450-21E44A550622}" srcId="{14653387-9088-419B-9014-9D593BC553CA}" destId="{AFDE5D9C-E666-470E-8202-2A905A1A13E5}" srcOrd="0" destOrd="0" parTransId="{5C0224EC-0069-4072-B310-6D71E608F765}" sibTransId="{54D9DCDD-CA41-4659-9E1E-0CA237B00BAB}"/>
    <dgm:cxn modelId="{399843A8-4AF1-4A0F-984A-09162B2BA452}" type="presOf" srcId="{07C72914-43FF-421B-9D18-17F2769A8B43}" destId="{7FB00655-B682-4655-BC6B-2ECBBA61B249}" srcOrd="0" destOrd="0" presId="urn:microsoft.com/office/officeart/2017/3/layout/DropPinTimeline"/>
    <dgm:cxn modelId="{898260AA-6C30-4074-910A-3F8B27628794}" srcId="{AFDE5D9C-E666-470E-8202-2A905A1A13E5}" destId="{C918D2B1-D72E-4219-8FD9-299825DA3308}" srcOrd="0" destOrd="0" parTransId="{7A52C800-2A72-4960-A6F6-6E246F27B381}" sibTransId="{FA046689-1775-4715-AC46-F2ECC3743140}"/>
    <dgm:cxn modelId="{265776B5-1677-4F1C-A958-7BE3C352A3EF}" type="presOf" srcId="{AFDE5D9C-E666-470E-8202-2A905A1A13E5}" destId="{ED625F69-0052-46DB-8486-A4408E845C29}" srcOrd="0" destOrd="0" presId="urn:microsoft.com/office/officeart/2017/3/layout/DropPinTimeline"/>
    <dgm:cxn modelId="{C888E7BC-5BE6-4479-9331-86E1351F9C57}" srcId="{AC62CA70-26FC-4467-BCD6-4ECCBABCE92D}" destId="{A37817E1-1FE2-444E-8C71-371DD34D0876}" srcOrd="0" destOrd="0" parTransId="{8A7C3ACC-2011-4275-9660-55F96E46FFE7}" sibTransId="{576792C3-DCF2-4C1A-ADB5-EA6BC54B233C}"/>
    <dgm:cxn modelId="{8615D4D0-B0D6-484E-B2AE-347DF358C4A9}" type="presOf" srcId="{14653387-9088-419B-9014-9D593BC553CA}" destId="{9846EEFD-DF89-48C6-835F-D61D91DAFF03}" srcOrd="0" destOrd="0" presId="urn:microsoft.com/office/officeart/2017/3/layout/DropPinTimeline"/>
    <dgm:cxn modelId="{469D59DC-E198-4E73-8215-E12E1B48604F}" type="presOf" srcId="{AC62CA70-26FC-4467-BCD6-4ECCBABCE92D}" destId="{04C30904-BF47-4E08-99F6-D7ADD16C12CE}" srcOrd="0" destOrd="0" presId="urn:microsoft.com/office/officeart/2017/3/layout/DropPinTimeline"/>
    <dgm:cxn modelId="{A98C7A62-080E-4E3A-9CC5-06707DD705D6}" type="presParOf" srcId="{9846EEFD-DF89-48C6-835F-D61D91DAFF03}" destId="{E7B3FCA9-131E-41F5-ACE1-994E8E7E56CC}" srcOrd="0" destOrd="0" presId="urn:microsoft.com/office/officeart/2017/3/layout/DropPinTimeline"/>
    <dgm:cxn modelId="{DB6FB359-9A86-4574-90A2-5241E0ACE529}" type="presParOf" srcId="{9846EEFD-DF89-48C6-835F-D61D91DAFF03}" destId="{B162E6ED-2539-41CE-AEC4-6A6080EBC537}" srcOrd="1" destOrd="0" presId="urn:microsoft.com/office/officeart/2017/3/layout/DropPinTimeline"/>
    <dgm:cxn modelId="{3B632CCA-F17C-4C8E-B9C8-12B9B7512A2B}" type="presParOf" srcId="{B162E6ED-2539-41CE-AEC4-6A6080EBC537}" destId="{830D9E46-E2FC-4C98-B683-0E1FF21625BD}" srcOrd="0" destOrd="0" presId="urn:microsoft.com/office/officeart/2017/3/layout/DropPinTimeline"/>
    <dgm:cxn modelId="{B00BFEB0-9450-4CF5-AFAA-733E58BBE0AE}" type="presParOf" srcId="{830D9E46-E2FC-4C98-B683-0E1FF21625BD}" destId="{757A370E-DA69-4B44-AF4C-C5E38C97E5BA}" srcOrd="0" destOrd="0" presId="urn:microsoft.com/office/officeart/2017/3/layout/DropPinTimeline"/>
    <dgm:cxn modelId="{99675E6E-0E76-4BA5-A568-3D55F82A0F9F}" type="presParOf" srcId="{830D9E46-E2FC-4C98-B683-0E1FF21625BD}" destId="{32A0B89E-A4EB-4B74-BBC5-B0133608B084}" srcOrd="1" destOrd="0" presId="urn:microsoft.com/office/officeart/2017/3/layout/DropPinTimeline"/>
    <dgm:cxn modelId="{E9855D74-2204-436E-95A3-BC7279D07095}" type="presParOf" srcId="{32A0B89E-A4EB-4B74-BBC5-B0133608B084}" destId="{45825D8F-0D09-4DB1-9505-697CB4C3FFA5}" srcOrd="0" destOrd="0" presId="urn:microsoft.com/office/officeart/2017/3/layout/DropPinTimeline"/>
    <dgm:cxn modelId="{9AD98738-DEAA-4D90-B6E2-235897A42ACD}" type="presParOf" srcId="{32A0B89E-A4EB-4B74-BBC5-B0133608B084}" destId="{2D4B2767-E963-4AF9-AEA1-B84EB7BF6AE6}" srcOrd="1" destOrd="0" presId="urn:microsoft.com/office/officeart/2017/3/layout/DropPinTimeline"/>
    <dgm:cxn modelId="{82AAA3F8-8B20-472D-A81B-F8F371EC1301}" type="presParOf" srcId="{830D9E46-E2FC-4C98-B683-0E1FF21625BD}" destId="{21B92524-22E8-4819-82F3-8D86D75D9806}" srcOrd="2" destOrd="0" presId="urn:microsoft.com/office/officeart/2017/3/layout/DropPinTimeline"/>
    <dgm:cxn modelId="{790B456F-1E96-4412-814E-97665210C83D}" type="presParOf" srcId="{830D9E46-E2FC-4C98-B683-0E1FF21625BD}" destId="{ED625F69-0052-46DB-8486-A4408E845C29}" srcOrd="3" destOrd="0" presId="urn:microsoft.com/office/officeart/2017/3/layout/DropPinTimeline"/>
    <dgm:cxn modelId="{C420BF22-4148-4184-B1F2-9AC6366F6A4C}" type="presParOf" srcId="{830D9E46-E2FC-4C98-B683-0E1FF21625BD}" destId="{598E40D0-3172-4258-B74A-52989D23DFD8}" srcOrd="4" destOrd="0" presId="urn:microsoft.com/office/officeart/2017/3/layout/DropPinTimeline"/>
    <dgm:cxn modelId="{14468271-F663-49E4-832D-A9C899D5EE0B}" type="presParOf" srcId="{830D9E46-E2FC-4C98-B683-0E1FF21625BD}" destId="{86555F58-5201-4E40-BEDB-23D59E8090B9}" srcOrd="5" destOrd="0" presId="urn:microsoft.com/office/officeart/2017/3/layout/DropPinTimeline"/>
    <dgm:cxn modelId="{18BE5CB7-0E6A-43E8-94D6-B3C2867310E5}" type="presParOf" srcId="{B162E6ED-2539-41CE-AEC4-6A6080EBC537}" destId="{84233D37-111B-442A-B892-D38D630E3528}" srcOrd="1" destOrd="0" presId="urn:microsoft.com/office/officeart/2017/3/layout/DropPinTimeline"/>
    <dgm:cxn modelId="{FEF0539C-9CC7-45D4-AEA4-B34C2F7B510C}" type="presParOf" srcId="{B162E6ED-2539-41CE-AEC4-6A6080EBC537}" destId="{88FC5E46-5CEE-4887-9023-79D92729C2B5}" srcOrd="2" destOrd="0" presId="urn:microsoft.com/office/officeart/2017/3/layout/DropPinTimeline"/>
    <dgm:cxn modelId="{80D63F08-AD8C-48E3-8444-5EE166288D44}" type="presParOf" srcId="{88FC5E46-5CEE-4887-9023-79D92729C2B5}" destId="{C5CDC7DB-BE7A-4709-AE0E-650FAEDC9879}" srcOrd="0" destOrd="0" presId="urn:microsoft.com/office/officeart/2017/3/layout/DropPinTimeline"/>
    <dgm:cxn modelId="{4F5ECD15-393D-45F9-A139-971A787C53F5}" type="presParOf" srcId="{88FC5E46-5CEE-4887-9023-79D92729C2B5}" destId="{83C8FC60-096F-4013-8492-495823666F18}" srcOrd="1" destOrd="0" presId="urn:microsoft.com/office/officeart/2017/3/layout/DropPinTimeline"/>
    <dgm:cxn modelId="{92FB6ED3-7B65-4268-8F21-4877992F87DF}" type="presParOf" srcId="{83C8FC60-096F-4013-8492-495823666F18}" destId="{ECD4FE8F-2104-42BC-ACAA-F80C10D0346C}" srcOrd="0" destOrd="0" presId="urn:microsoft.com/office/officeart/2017/3/layout/DropPinTimeline"/>
    <dgm:cxn modelId="{556793B8-B0E9-404C-8847-FA84CD572401}" type="presParOf" srcId="{83C8FC60-096F-4013-8492-495823666F18}" destId="{BDC12FD4-ED71-4692-9DCE-DCDC6AC23D1E}" srcOrd="1" destOrd="0" presId="urn:microsoft.com/office/officeart/2017/3/layout/DropPinTimeline"/>
    <dgm:cxn modelId="{83574960-8791-465C-A576-2C4CC28008D0}" type="presParOf" srcId="{88FC5E46-5CEE-4887-9023-79D92729C2B5}" destId="{40E69667-DEF6-45EE-AEFA-F9D55F2FCA67}" srcOrd="2" destOrd="0" presId="urn:microsoft.com/office/officeart/2017/3/layout/DropPinTimeline"/>
    <dgm:cxn modelId="{1070E9DE-E8B7-49CC-8C88-4A931B822C9F}" type="presParOf" srcId="{88FC5E46-5CEE-4887-9023-79D92729C2B5}" destId="{7FB00655-B682-4655-BC6B-2ECBBA61B249}" srcOrd="3" destOrd="0" presId="urn:microsoft.com/office/officeart/2017/3/layout/DropPinTimeline"/>
    <dgm:cxn modelId="{4A0035E4-22B0-4761-B1EE-3993110C3140}" type="presParOf" srcId="{88FC5E46-5CEE-4887-9023-79D92729C2B5}" destId="{66A647B1-CE78-4723-A177-B4764CD7798D}" srcOrd="4" destOrd="0" presId="urn:microsoft.com/office/officeart/2017/3/layout/DropPinTimeline"/>
    <dgm:cxn modelId="{E6697320-31B2-4E24-B5D1-AAB21A3F2C5B}" type="presParOf" srcId="{88FC5E46-5CEE-4887-9023-79D92729C2B5}" destId="{40BA42D7-0E79-4B2F-8BEC-63DDC97742E4}" srcOrd="5" destOrd="0" presId="urn:microsoft.com/office/officeart/2017/3/layout/DropPinTimeline"/>
    <dgm:cxn modelId="{0D692EFD-6D3C-4A01-92CC-81B7487688D9}" type="presParOf" srcId="{B162E6ED-2539-41CE-AEC4-6A6080EBC537}" destId="{AA2283C7-397C-48C1-BACF-A80E57B45D62}" srcOrd="3" destOrd="0" presId="urn:microsoft.com/office/officeart/2017/3/layout/DropPinTimeline"/>
    <dgm:cxn modelId="{FB2AF010-2E6A-4E74-B1FB-18926454F09D}" type="presParOf" srcId="{B162E6ED-2539-41CE-AEC4-6A6080EBC537}" destId="{71834715-D007-4A07-A20C-95D41910F4FE}" srcOrd="4" destOrd="0" presId="urn:microsoft.com/office/officeart/2017/3/layout/DropPinTimeline"/>
    <dgm:cxn modelId="{4CC914B9-1B3C-45C0-8F87-BD0DF22CCFD3}" type="presParOf" srcId="{71834715-D007-4A07-A20C-95D41910F4FE}" destId="{52A1FDC3-5DE2-43E7-B8AF-2D7F85C447FD}" srcOrd="0" destOrd="0" presId="urn:microsoft.com/office/officeart/2017/3/layout/DropPinTimeline"/>
    <dgm:cxn modelId="{916D7CEA-547D-41C7-AEA9-6CC1E4B53CEA}" type="presParOf" srcId="{71834715-D007-4A07-A20C-95D41910F4FE}" destId="{D942C513-34D9-4ECE-9274-75263A4FB000}" srcOrd="1" destOrd="0" presId="urn:microsoft.com/office/officeart/2017/3/layout/DropPinTimeline"/>
    <dgm:cxn modelId="{3859CC87-81A6-4EDD-BEF3-9F7F1E005108}" type="presParOf" srcId="{D942C513-34D9-4ECE-9274-75263A4FB000}" destId="{C358B8F1-4296-4AD4-AA14-4255CCF23A71}" srcOrd="0" destOrd="0" presId="urn:microsoft.com/office/officeart/2017/3/layout/DropPinTimeline"/>
    <dgm:cxn modelId="{5BDA09F2-C483-468F-BBF0-148151667FB1}" type="presParOf" srcId="{D942C513-34D9-4ECE-9274-75263A4FB000}" destId="{31B0C2A0-AC8C-4CD7-B6A1-0609C5EFFEAA}" srcOrd="1" destOrd="0" presId="urn:microsoft.com/office/officeart/2017/3/layout/DropPinTimeline"/>
    <dgm:cxn modelId="{AFBD7268-7851-4EA6-94DC-532DEB873538}" type="presParOf" srcId="{71834715-D007-4A07-A20C-95D41910F4FE}" destId="{3BBBEDC5-98F1-4A5B-A8D9-9E1E282B47FC}" srcOrd="2" destOrd="0" presId="urn:microsoft.com/office/officeart/2017/3/layout/DropPinTimeline"/>
    <dgm:cxn modelId="{80348D1E-DABB-4DEF-898B-D157F924264C}" type="presParOf" srcId="{71834715-D007-4A07-A20C-95D41910F4FE}" destId="{04C30904-BF47-4E08-99F6-D7ADD16C12CE}" srcOrd="3" destOrd="0" presId="urn:microsoft.com/office/officeart/2017/3/layout/DropPinTimeline"/>
    <dgm:cxn modelId="{E563F144-1D7C-4ABB-941A-1B3FEA9C525B}" type="presParOf" srcId="{71834715-D007-4A07-A20C-95D41910F4FE}" destId="{0F7F755A-4951-4D5B-A3F6-4810E09EC78A}" srcOrd="4" destOrd="0" presId="urn:microsoft.com/office/officeart/2017/3/layout/DropPinTimeline"/>
    <dgm:cxn modelId="{33867F0A-C735-41CE-9548-1C418FA7B84C}" type="presParOf" srcId="{71834715-D007-4A07-A20C-95D41910F4FE}" destId="{9DE2DC8D-7977-4876-9367-1130B434DA69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8AA677-0F41-437D-80C8-02107709EE6E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559929-094C-4B6B-A796-0A3AA4AA6354}">
      <dgm:prSet phldrT="[Text]" phldr="0"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4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Progress sharing and code review</a:t>
          </a:r>
        </a:p>
      </dgm:t>
    </dgm:pt>
    <dgm:pt modelId="{858F2595-CDE6-40E4-A2E8-F15442DEB2E2}" type="parTrans" cxnId="{49D1CA26-736F-4CD6-8D59-EDDC5BC09066}">
      <dgm:prSet/>
      <dgm:spPr/>
      <dgm:t>
        <a:bodyPr/>
        <a:lstStyle/>
        <a:p>
          <a:endParaRPr lang="en-US"/>
        </a:p>
      </dgm:t>
    </dgm:pt>
    <dgm:pt modelId="{F43AA364-039D-450C-8F39-1383B076462C}" type="sibTrans" cxnId="{49D1CA26-736F-4CD6-8D59-EDDC5BC09066}">
      <dgm:prSet/>
      <dgm:spPr/>
      <dgm:t>
        <a:bodyPr/>
        <a:lstStyle/>
        <a:p>
          <a:endParaRPr lang="en-US"/>
        </a:p>
      </dgm:t>
    </dgm:pt>
    <dgm:pt modelId="{49210CB4-12EC-4809-AC38-1EA89FEE6A62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7th Feb</a:t>
          </a:r>
        </a:p>
      </dgm:t>
    </dgm:pt>
    <dgm:pt modelId="{19C1153B-FC48-4ADD-8018-9C947D72F454}" type="parTrans" cxnId="{FE1ACD91-93FA-40DB-89D1-5D269093F3EE}">
      <dgm:prSet/>
      <dgm:spPr/>
      <dgm:t>
        <a:bodyPr/>
        <a:lstStyle/>
        <a:p>
          <a:endParaRPr lang="en-US"/>
        </a:p>
      </dgm:t>
    </dgm:pt>
    <dgm:pt modelId="{BB2B2355-2E8F-4AFF-B1D0-A09B1A1E0B09}" type="sibTrans" cxnId="{FE1ACD91-93FA-40DB-89D1-5D269093F3EE}">
      <dgm:prSet/>
      <dgm:spPr/>
      <dgm:t>
        <a:bodyPr/>
        <a:lstStyle/>
        <a:p>
          <a:endParaRPr lang="en-US"/>
        </a:p>
      </dgm:t>
    </dgm:pt>
    <dgm:pt modelId="{78435A90-4468-42EC-A262-4E0875371EE8}">
      <dgm:prSet phldrT="[Text]" phldr="0"/>
      <dgm:spPr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4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Peer code review and other project enhancements</a:t>
          </a:r>
        </a:p>
      </dgm:t>
    </dgm:pt>
    <dgm:pt modelId="{916E6C9B-1A69-4AA6-909B-98B65EA068ED}" type="parTrans" cxnId="{1492D7A6-92E1-4F52-9FBC-81603BBF9548}">
      <dgm:prSet/>
      <dgm:spPr/>
      <dgm:t>
        <a:bodyPr/>
        <a:lstStyle/>
        <a:p>
          <a:endParaRPr lang="en-US"/>
        </a:p>
      </dgm:t>
    </dgm:pt>
    <dgm:pt modelId="{C1DBBCC3-53AA-4996-9B44-1E580830FE43}" type="sibTrans" cxnId="{1492D7A6-92E1-4F52-9FBC-81603BBF9548}">
      <dgm:prSet/>
      <dgm:spPr/>
      <dgm:t>
        <a:bodyPr/>
        <a:lstStyle/>
        <a:p>
          <a:endParaRPr lang="en-US"/>
        </a:p>
      </dgm:t>
    </dgm:pt>
    <dgm:pt modelId="{92C909CB-F50F-40DA-AE5B-CBABF9E24B27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8th Feb</a:t>
          </a:r>
        </a:p>
      </dgm:t>
    </dgm:pt>
    <dgm:pt modelId="{AA280533-1E24-4956-A0F7-9EC456FFA133}" type="parTrans" cxnId="{23A33497-9E6D-45CD-8FF9-0245F75F1CDC}">
      <dgm:prSet/>
      <dgm:spPr/>
      <dgm:t>
        <a:bodyPr/>
        <a:lstStyle/>
        <a:p>
          <a:endParaRPr lang="en-US"/>
        </a:p>
      </dgm:t>
    </dgm:pt>
    <dgm:pt modelId="{E3E3C493-48D1-42E4-ABE6-46A2122878C9}" type="sibTrans" cxnId="{23A33497-9E6D-45CD-8FF9-0245F75F1CDC}">
      <dgm:prSet/>
      <dgm:spPr/>
      <dgm:t>
        <a:bodyPr/>
        <a:lstStyle/>
        <a:p>
          <a:endParaRPr lang="en-US"/>
        </a:p>
      </dgm:t>
    </dgm:pt>
    <dgm:pt modelId="{CE7104FE-1F7A-4142-B0DD-373A25E5A42A}">
      <dgm:prSet phldrT="[Text]" phldr="0"/>
      <dgm:spPr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4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Finalizing and updating milestone 3 ppt and document</a:t>
          </a:r>
        </a:p>
      </dgm:t>
    </dgm:pt>
    <dgm:pt modelId="{DFC2E9AA-F8D6-4FB1-9D8F-80FB0C4BC288}" type="parTrans" cxnId="{C754E785-374A-453F-BC75-D05B8B22D79B}">
      <dgm:prSet/>
      <dgm:spPr/>
      <dgm:t>
        <a:bodyPr/>
        <a:lstStyle/>
        <a:p>
          <a:endParaRPr lang="en-US"/>
        </a:p>
      </dgm:t>
    </dgm:pt>
    <dgm:pt modelId="{FE87452B-9E70-4DA1-8D38-30C835388CB5}" type="sibTrans" cxnId="{C754E785-374A-453F-BC75-D05B8B22D79B}">
      <dgm:prSet/>
      <dgm:spPr/>
      <dgm:t>
        <a:bodyPr/>
        <a:lstStyle/>
        <a:p>
          <a:endParaRPr lang="en-US"/>
        </a:p>
      </dgm:t>
    </dgm:pt>
    <dgm:pt modelId="{A39175E3-78BD-463B-95C8-8E75C98E23C4}">
      <dgm:prSet phldrT="[Text]"/>
      <dgm:spPr/>
      <dgm:t>
        <a:bodyPr/>
        <a:lstStyle/>
        <a:p>
          <a:pPr algn="l">
            <a:lnSpc>
              <a:spcPct val="90000"/>
            </a:lnSpc>
          </a:pPr>
          <a:r>
            <a:rPr lang="en-US" sz="10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9th Feb</a:t>
          </a:r>
        </a:p>
      </dgm:t>
    </dgm:pt>
    <dgm:pt modelId="{19EA23F2-613B-4FD6-B1A6-2744964EDBD6}" type="parTrans" cxnId="{F9E740DA-7971-4458-814C-C4FDD27E84E3}">
      <dgm:prSet/>
      <dgm:spPr/>
      <dgm:t>
        <a:bodyPr/>
        <a:lstStyle/>
        <a:p>
          <a:endParaRPr lang="en-US"/>
        </a:p>
      </dgm:t>
    </dgm:pt>
    <dgm:pt modelId="{D3D2245C-00F3-4CBF-BFDA-E6A970FB8AE4}" type="sibTrans" cxnId="{F9E740DA-7971-4458-814C-C4FDD27E84E3}">
      <dgm:prSet/>
      <dgm:spPr/>
      <dgm:t>
        <a:bodyPr/>
        <a:lstStyle/>
        <a:p>
          <a:endParaRPr lang="en-US"/>
        </a:p>
      </dgm:t>
    </dgm:pt>
    <dgm:pt modelId="{38F49D39-CB7A-43B9-9B79-6D8EDD63101E}" type="pres">
      <dgm:prSet presAssocID="{1E8AA677-0F41-437D-80C8-02107709EE6E}" presName="root" presStyleCnt="0">
        <dgm:presLayoutVars>
          <dgm:chMax/>
          <dgm:chPref/>
          <dgm:animLvl val="lvl"/>
        </dgm:presLayoutVars>
      </dgm:prSet>
      <dgm:spPr/>
    </dgm:pt>
    <dgm:pt modelId="{763E3EC8-D3F6-4C8B-9BFF-A33D28580083}" type="pres">
      <dgm:prSet presAssocID="{1E8AA677-0F41-437D-80C8-02107709EE6E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43F3868F-582C-4ED4-B28C-8427FB633A3D}" type="pres">
      <dgm:prSet presAssocID="{1E8AA677-0F41-437D-80C8-02107709EE6E}" presName="nodes" presStyleCnt="0">
        <dgm:presLayoutVars>
          <dgm:chMax/>
          <dgm:chPref/>
          <dgm:animLvl val="lvl"/>
        </dgm:presLayoutVars>
      </dgm:prSet>
      <dgm:spPr/>
    </dgm:pt>
    <dgm:pt modelId="{43694C01-8BE7-4873-B3A7-787C8E7F566D}" type="pres">
      <dgm:prSet presAssocID="{75559929-094C-4B6B-A796-0A3AA4AA6354}" presName="composite" presStyleCnt="0"/>
      <dgm:spPr/>
    </dgm:pt>
    <dgm:pt modelId="{B5997C59-3496-4D02-B39E-1E28DDDAD253}" type="pres">
      <dgm:prSet presAssocID="{75559929-094C-4B6B-A796-0A3AA4AA6354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B0F9542-0800-4D58-A213-551B70CC71E7}" type="pres">
      <dgm:prSet presAssocID="{75559929-094C-4B6B-A796-0A3AA4AA6354}" presName="DropPinPlaceHolder" presStyleCnt="0"/>
      <dgm:spPr/>
    </dgm:pt>
    <dgm:pt modelId="{B0D3A6C4-F8DE-4FC7-A8FB-AAE1086B809C}" type="pres">
      <dgm:prSet presAssocID="{75559929-094C-4B6B-A796-0A3AA4AA6354}" presName="DropPin" presStyleLbl="alignNode1" presStyleIdx="0" presStyleCnt="3"/>
      <dgm:spPr/>
    </dgm:pt>
    <dgm:pt modelId="{DFD0A72B-6AB5-4DE0-B80C-306367A1B511}" type="pres">
      <dgm:prSet presAssocID="{75559929-094C-4B6B-A796-0A3AA4AA6354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182AA9ED-1519-4A32-9FE8-71158CE3D0ED}" type="pres">
      <dgm:prSet presAssocID="{75559929-094C-4B6B-A796-0A3AA4AA6354}" presName="L2TextContainer" presStyleLbl="revTx" presStyleIdx="0" presStyleCnt="6">
        <dgm:presLayoutVars>
          <dgm:bulletEnabled val="1"/>
        </dgm:presLayoutVars>
      </dgm:prSet>
      <dgm:spPr/>
    </dgm:pt>
    <dgm:pt modelId="{04188083-FCFA-41DD-97A1-FE28E357B82B}" type="pres">
      <dgm:prSet presAssocID="{75559929-094C-4B6B-A796-0A3AA4AA6354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28971637-7648-4B0C-B4E2-F8D1CA9D6C6B}" type="pres">
      <dgm:prSet presAssocID="{75559929-094C-4B6B-A796-0A3AA4AA6354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BAC95F08-F580-4F81-B6A6-71AA999C822C}" type="pres">
      <dgm:prSet presAssocID="{75559929-094C-4B6B-A796-0A3AA4AA6354}" presName="EmptyPlaceHolder" presStyleCnt="0"/>
      <dgm:spPr/>
    </dgm:pt>
    <dgm:pt modelId="{E3ED4D16-C9FA-4265-BEB8-E4F8E70AFEA9}" type="pres">
      <dgm:prSet presAssocID="{F43AA364-039D-450C-8F39-1383B076462C}" presName="spaceBetweenRectangles" presStyleCnt="0"/>
      <dgm:spPr/>
    </dgm:pt>
    <dgm:pt modelId="{33D65347-8F8F-43DA-8A66-BF1D93663FB5}" type="pres">
      <dgm:prSet presAssocID="{78435A90-4468-42EC-A262-4E0875371EE8}" presName="composite" presStyleCnt="0"/>
      <dgm:spPr/>
    </dgm:pt>
    <dgm:pt modelId="{81709C33-F728-456F-A84B-0F0F41544EB8}" type="pres">
      <dgm:prSet presAssocID="{78435A90-4468-42EC-A262-4E0875371EE8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CF52765-1301-4663-84E8-95C1204F5276}" type="pres">
      <dgm:prSet presAssocID="{78435A90-4468-42EC-A262-4E0875371EE8}" presName="DropPinPlaceHolder" presStyleCnt="0"/>
      <dgm:spPr/>
    </dgm:pt>
    <dgm:pt modelId="{E8C7A5FF-728E-420B-977D-8CC327685F89}" type="pres">
      <dgm:prSet presAssocID="{78435A90-4468-42EC-A262-4E0875371EE8}" presName="DropPin" presStyleLbl="alignNode1" presStyleIdx="1" presStyleCnt="3"/>
      <dgm:spPr/>
    </dgm:pt>
    <dgm:pt modelId="{21375878-CBA7-497B-8D7B-BBDE144CE593}" type="pres">
      <dgm:prSet presAssocID="{78435A90-4468-42EC-A262-4E0875371EE8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19FA8BB0-D957-416E-A64D-DBBFEDF5E3D6}" type="pres">
      <dgm:prSet presAssocID="{78435A90-4468-42EC-A262-4E0875371EE8}" presName="L2TextContainer" presStyleLbl="revTx" presStyleIdx="2" presStyleCnt="6">
        <dgm:presLayoutVars>
          <dgm:bulletEnabled val="1"/>
        </dgm:presLayoutVars>
      </dgm:prSet>
      <dgm:spPr/>
    </dgm:pt>
    <dgm:pt modelId="{E2B823EF-E26B-47A9-879E-7DC11252D82F}" type="pres">
      <dgm:prSet presAssocID="{78435A90-4468-42EC-A262-4E0875371EE8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899C2A5F-59B5-4526-9346-90E557549AB8}" type="pres">
      <dgm:prSet presAssocID="{78435A90-4468-42EC-A262-4E0875371EE8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D2929EB-A809-43A4-B579-8FB04CA52CB5}" type="pres">
      <dgm:prSet presAssocID="{78435A90-4468-42EC-A262-4E0875371EE8}" presName="EmptyPlaceHolder" presStyleCnt="0"/>
      <dgm:spPr/>
    </dgm:pt>
    <dgm:pt modelId="{F1121319-DFBB-4944-BFE3-393B91FB3182}" type="pres">
      <dgm:prSet presAssocID="{C1DBBCC3-53AA-4996-9B44-1E580830FE43}" presName="spaceBetweenRectangles" presStyleCnt="0"/>
      <dgm:spPr/>
    </dgm:pt>
    <dgm:pt modelId="{10EEFF8C-0202-4365-A819-6F243A1C2F3D}" type="pres">
      <dgm:prSet presAssocID="{CE7104FE-1F7A-4142-B0DD-373A25E5A42A}" presName="composite" presStyleCnt="0"/>
      <dgm:spPr/>
    </dgm:pt>
    <dgm:pt modelId="{F1B03179-08A1-40CA-A7C2-81494A243089}" type="pres">
      <dgm:prSet presAssocID="{CE7104FE-1F7A-4142-B0DD-373A25E5A42A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490A608-B41B-43D1-996F-D512E840AE62}" type="pres">
      <dgm:prSet presAssocID="{CE7104FE-1F7A-4142-B0DD-373A25E5A42A}" presName="DropPinPlaceHolder" presStyleCnt="0"/>
      <dgm:spPr/>
    </dgm:pt>
    <dgm:pt modelId="{1FB127E3-F65A-4D33-B671-4A72CFC92609}" type="pres">
      <dgm:prSet presAssocID="{CE7104FE-1F7A-4142-B0DD-373A25E5A42A}" presName="DropPin" presStyleLbl="alignNode1" presStyleIdx="2" presStyleCnt="3"/>
      <dgm:spPr/>
    </dgm:pt>
    <dgm:pt modelId="{E2B524EC-456F-4FD3-8AF5-26EBBE4883DE}" type="pres">
      <dgm:prSet presAssocID="{CE7104FE-1F7A-4142-B0DD-373A25E5A42A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gm:spPr>
    </dgm:pt>
    <dgm:pt modelId="{C4D05009-D2E9-4194-919D-E4B031C03071}" type="pres">
      <dgm:prSet presAssocID="{CE7104FE-1F7A-4142-B0DD-373A25E5A42A}" presName="L2TextContainer" presStyleLbl="revTx" presStyleIdx="4" presStyleCnt="6">
        <dgm:presLayoutVars>
          <dgm:bulletEnabled val="1"/>
        </dgm:presLayoutVars>
      </dgm:prSet>
      <dgm:spPr/>
    </dgm:pt>
    <dgm:pt modelId="{8CF9A29A-4DEC-4B0C-91FC-5A5EA6F859DA}" type="pres">
      <dgm:prSet presAssocID="{CE7104FE-1F7A-4142-B0DD-373A25E5A42A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D793445A-2EC7-4C36-BD82-7DA4BF80405C}" type="pres">
      <dgm:prSet presAssocID="{CE7104FE-1F7A-4142-B0DD-373A25E5A42A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3D9E419A-FDDD-478F-96DD-EE4E6294BEC4}" type="pres">
      <dgm:prSet presAssocID="{CE7104FE-1F7A-4142-B0DD-373A25E5A42A}" presName="EmptyPlaceHolder" presStyleCnt="0"/>
      <dgm:spPr/>
    </dgm:pt>
  </dgm:ptLst>
  <dgm:cxnLst>
    <dgm:cxn modelId="{9F655F05-66C0-41BC-9878-8C33B55E6295}" type="presOf" srcId="{78435A90-4468-42EC-A262-4E0875371EE8}" destId="{E2B823EF-E26B-47A9-879E-7DC11252D82F}" srcOrd="0" destOrd="0" presId="urn:microsoft.com/office/officeart/2017/3/layout/DropPinTimeline"/>
    <dgm:cxn modelId="{49D1CA26-736F-4CD6-8D59-EDDC5BC09066}" srcId="{1E8AA677-0F41-437D-80C8-02107709EE6E}" destId="{75559929-094C-4B6B-A796-0A3AA4AA6354}" srcOrd="0" destOrd="0" parTransId="{858F2595-CDE6-40E4-A2E8-F15442DEB2E2}" sibTransId="{F43AA364-039D-450C-8F39-1383B076462C}"/>
    <dgm:cxn modelId="{84966D5E-400C-45A0-BB66-4B46A27D11F3}" type="presOf" srcId="{92C909CB-F50F-40DA-AE5B-CBABF9E24B27}" destId="{19FA8BB0-D957-416E-A64D-DBBFEDF5E3D6}" srcOrd="0" destOrd="0" presId="urn:microsoft.com/office/officeart/2017/3/layout/DropPinTimeline"/>
    <dgm:cxn modelId="{9CBD0861-F0BB-49C9-B386-0614697A9BA7}" type="presOf" srcId="{1E8AA677-0F41-437D-80C8-02107709EE6E}" destId="{38F49D39-CB7A-43B9-9B79-6D8EDD63101E}" srcOrd="0" destOrd="0" presId="urn:microsoft.com/office/officeart/2017/3/layout/DropPinTimeline"/>
    <dgm:cxn modelId="{10BE6C48-108D-4E76-B7AB-795FF1F22078}" type="presOf" srcId="{49210CB4-12EC-4809-AC38-1EA89FEE6A62}" destId="{182AA9ED-1519-4A32-9FE8-71158CE3D0ED}" srcOrd="0" destOrd="0" presId="urn:microsoft.com/office/officeart/2017/3/layout/DropPinTimeline"/>
    <dgm:cxn modelId="{F4020980-A411-4906-BECF-0A24A308D68D}" type="presOf" srcId="{75559929-094C-4B6B-A796-0A3AA4AA6354}" destId="{04188083-FCFA-41DD-97A1-FE28E357B82B}" srcOrd="0" destOrd="0" presId="urn:microsoft.com/office/officeart/2017/3/layout/DropPinTimeline"/>
    <dgm:cxn modelId="{C754E785-374A-453F-BC75-D05B8B22D79B}" srcId="{1E8AA677-0F41-437D-80C8-02107709EE6E}" destId="{CE7104FE-1F7A-4142-B0DD-373A25E5A42A}" srcOrd="2" destOrd="0" parTransId="{DFC2E9AA-F8D6-4FB1-9D8F-80FB0C4BC288}" sibTransId="{FE87452B-9E70-4DA1-8D38-30C835388CB5}"/>
    <dgm:cxn modelId="{FE1ACD91-93FA-40DB-89D1-5D269093F3EE}" srcId="{75559929-094C-4B6B-A796-0A3AA4AA6354}" destId="{49210CB4-12EC-4809-AC38-1EA89FEE6A62}" srcOrd="0" destOrd="0" parTransId="{19C1153B-FC48-4ADD-8018-9C947D72F454}" sibTransId="{BB2B2355-2E8F-4AFF-B1D0-A09B1A1E0B09}"/>
    <dgm:cxn modelId="{23A33497-9E6D-45CD-8FF9-0245F75F1CDC}" srcId="{78435A90-4468-42EC-A262-4E0875371EE8}" destId="{92C909CB-F50F-40DA-AE5B-CBABF9E24B27}" srcOrd="0" destOrd="0" parTransId="{AA280533-1E24-4956-A0F7-9EC456FFA133}" sibTransId="{E3E3C493-48D1-42E4-ABE6-46A2122878C9}"/>
    <dgm:cxn modelId="{1492D7A6-92E1-4F52-9FBC-81603BBF9548}" srcId="{1E8AA677-0F41-437D-80C8-02107709EE6E}" destId="{78435A90-4468-42EC-A262-4E0875371EE8}" srcOrd="1" destOrd="0" parTransId="{916E6C9B-1A69-4AA6-909B-98B65EA068ED}" sibTransId="{C1DBBCC3-53AA-4996-9B44-1E580830FE43}"/>
    <dgm:cxn modelId="{B4EB36C0-2BE9-41D1-971D-F3C931272E71}" type="presOf" srcId="{CE7104FE-1F7A-4142-B0DD-373A25E5A42A}" destId="{8CF9A29A-4DEC-4B0C-91FC-5A5EA6F859DA}" srcOrd="0" destOrd="0" presId="urn:microsoft.com/office/officeart/2017/3/layout/DropPinTimeline"/>
    <dgm:cxn modelId="{F9E740DA-7971-4458-814C-C4FDD27E84E3}" srcId="{CE7104FE-1F7A-4142-B0DD-373A25E5A42A}" destId="{A39175E3-78BD-463B-95C8-8E75C98E23C4}" srcOrd="0" destOrd="0" parTransId="{19EA23F2-613B-4FD6-B1A6-2744964EDBD6}" sibTransId="{D3D2245C-00F3-4CBF-BFDA-E6A970FB8AE4}"/>
    <dgm:cxn modelId="{C67B38F6-6AA7-4900-B63B-1DDD288F450D}" type="presOf" srcId="{A39175E3-78BD-463B-95C8-8E75C98E23C4}" destId="{C4D05009-D2E9-4194-919D-E4B031C03071}" srcOrd="0" destOrd="0" presId="urn:microsoft.com/office/officeart/2017/3/layout/DropPinTimeline"/>
    <dgm:cxn modelId="{2031D5E8-562C-435C-A6B3-FEAD3500A2FF}" type="presParOf" srcId="{38F49D39-CB7A-43B9-9B79-6D8EDD63101E}" destId="{763E3EC8-D3F6-4C8B-9BFF-A33D28580083}" srcOrd="0" destOrd="0" presId="urn:microsoft.com/office/officeart/2017/3/layout/DropPinTimeline"/>
    <dgm:cxn modelId="{97E0FAFD-B09C-4D48-AFB0-77B4DF056118}" type="presParOf" srcId="{38F49D39-CB7A-43B9-9B79-6D8EDD63101E}" destId="{43F3868F-582C-4ED4-B28C-8427FB633A3D}" srcOrd="1" destOrd="0" presId="urn:microsoft.com/office/officeart/2017/3/layout/DropPinTimeline"/>
    <dgm:cxn modelId="{DB697304-02F5-47BA-9320-0D8956C6E93C}" type="presParOf" srcId="{43F3868F-582C-4ED4-B28C-8427FB633A3D}" destId="{43694C01-8BE7-4873-B3A7-787C8E7F566D}" srcOrd="0" destOrd="0" presId="urn:microsoft.com/office/officeart/2017/3/layout/DropPinTimeline"/>
    <dgm:cxn modelId="{96A753AB-CB63-4F00-9F89-E419C8F4612A}" type="presParOf" srcId="{43694C01-8BE7-4873-B3A7-787C8E7F566D}" destId="{B5997C59-3496-4D02-B39E-1E28DDDAD253}" srcOrd="0" destOrd="0" presId="urn:microsoft.com/office/officeart/2017/3/layout/DropPinTimeline"/>
    <dgm:cxn modelId="{34D7399D-4649-4674-8B9E-BBEEAC0D40E2}" type="presParOf" srcId="{43694C01-8BE7-4873-B3A7-787C8E7F566D}" destId="{7B0F9542-0800-4D58-A213-551B70CC71E7}" srcOrd="1" destOrd="0" presId="urn:microsoft.com/office/officeart/2017/3/layout/DropPinTimeline"/>
    <dgm:cxn modelId="{31B181B5-F4F5-49BF-B9AB-428DB8431C08}" type="presParOf" srcId="{7B0F9542-0800-4D58-A213-551B70CC71E7}" destId="{B0D3A6C4-F8DE-4FC7-A8FB-AAE1086B809C}" srcOrd="0" destOrd="0" presId="urn:microsoft.com/office/officeart/2017/3/layout/DropPinTimeline"/>
    <dgm:cxn modelId="{9F020BA1-2CD1-4331-A4E8-20755633024E}" type="presParOf" srcId="{7B0F9542-0800-4D58-A213-551B70CC71E7}" destId="{DFD0A72B-6AB5-4DE0-B80C-306367A1B511}" srcOrd="1" destOrd="0" presId="urn:microsoft.com/office/officeart/2017/3/layout/DropPinTimeline"/>
    <dgm:cxn modelId="{ABBA27B8-E0D3-4043-B92D-71E93F2220BA}" type="presParOf" srcId="{43694C01-8BE7-4873-B3A7-787C8E7F566D}" destId="{182AA9ED-1519-4A32-9FE8-71158CE3D0ED}" srcOrd="2" destOrd="0" presId="urn:microsoft.com/office/officeart/2017/3/layout/DropPinTimeline"/>
    <dgm:cxn modelId="{AEF141F4-BFC8-4A8A-8C98-0F0984204F02}" type="presParOf" srcId="{43694C01-8BE7-4873-B3A7-787C8E7F566D}" destId="{04188083-FCFA-41DD-97A1-FE28E357B82B}" srcOrd="3" destOrd="0" presId="urn:microsoft.com/office/officeart/2017/3/layout/DropPinTimeline"/>
    <dgm:cxn modelId="{CEE05736-6923-4040-A44D-178F9163AB21}" type="presParOf" srcId="{43694C01-8BE7-4873-B3A7-787C8E7F566D}" destId="{28971637-7648-4B0C-B4E2-F8D1CA9D6C6B}" srcOrd="4" destOrd="0" presId="urn:microsoft.com/office/officeart/2017/3/layout/DropPinTimeline"/>
    <dgm:cxn modelId="{E9A419EE-A2BF-4554-AC42-7C86066D7F1B}" type="presParOf" srcId="{43694C01-8BE7-4873-B3A7-787C8E7F566D}" destId="{BAC95F08-F580-4F81-B6A6-71AA999C822C}" srcOrd="5" destOrd="0" presId="urn:microsoft.com/office/officeart/2017/3/layout/DropPinTimeline"/>
    <dgm:cxn modelId="{FFEBE324-5360-4472-9512-B1E430409E12}" type="presParOf" srcId="{43F3868F-582C-4ED4-B28C-8427FB633A3D}" destId="{E3ED4D16-C9FA-4265-BEB8-E4F8E70AFEA9}" srcOrd="1" destOrd="0" presId="urn:microsoft.com/office/officeart/2017/3/layout/DropPinTimeline"/>
    <dgm:cxn modelId="{CCE92B27-CE50-4C44-9811-4F14A69C4365}" type="presParOf" srcId="{43F3868F-582C-4ED4-B28C-8427FB633A3D}" destId="{33D65347-8F8F-43DA-8A66-BF1D93663FB5}" srcOrd="2" destOrd="0" presId="urn:microsoft.com/office/officeart/2017/3/layout/DropPinTimeline"/>
    <dgm:cxn modelId="{B26C3942-8CA9-4775-AD82-B28D4F4EB366}" type="presParOf" srcId="{33D65347-8F8F-43DA-8A66-BF1D93663FB5}" destId="{81709C33-F728-456F-A84B-0F0F41544EB8}" srcOrd="0" destOrd="0" presId="urn:microsoft.com/office/officeart/2017/3/layout/DropPinTimeline"/>
    <dgm:cxn modelId="{B8E86117-EFF6-4895-B460-F2B77DA315AF}" type="presParOf" srcId="{33D65347-8F8F-43DA-8A66-BF1D93663FB5}" destId="{6CF52765-1301-4663-84E8-95C1204F5276}" srcOrd="1" destOrd="0" presId="urn:microsoft.com/office/officeart/2017/3/layout/DropPinTimeline"/>
    <dgm:cxn modelId="{01F5F4BF-D93F-42BC-8285-F4C150DE7AD2}" type="presParOf" srcId="{6CF52765-1301-4663-84E8-95C1204F5276}" destId="{E8C7A5FF-728E-420B-977D-8CC327685F89}" srcOrd="0" destOrd="0" presId="urn:microsoft.com/office/officeart/2017/3/layout/DropPinTimeline"/>
    <dgm:cxn modelId="{72A7E442-50F4-41C8-9882-F13FE5B4AB98}" type="presParOf" srcId="{6CF52765-1301-4663-84E8-95C1204F5276}" destId="{21375878-CBA7-497B-8D7B-BBDE144CE593}" srcOrd="1" destOrd="0" presId="urn:microsoft.com/office/officeart/2017/3/layout/DropPinTimeline"/>
    <dgm:cxn modelId="{1D9B6465-BE64-45AB-83E3-1F688CF0A6DD}" type="presParOf" srcId="{33D65347-8F8F-43DA-8A66-BF1D93663FB5}" destId="{19FA8BB0-D957-416E-A64D-DBBFEDF5E3D6}" srcOrd="2" destOrd="0" presId="urn:microsoft.com/office/officeart/2017/3/layout/DropPinTimeline"/>
    <dgm:cxn modelId="{C3BA0749-3D1D-420A-87BF-121F4A576D9F}" type="presParOf" srcId="{33D65347-8F8F-43DA-8A66-BF1D93663FB5}" destId="{E2B823EF-E26B-47A9-879E-7DC11252D82F}" srcOrd="3" destOrd="0" presId="urn:microsoft.com/office/officeart/2017/3/layout/DropPinTimeline"/>
    <dgm:cxn modelId="{AB796FA1-186E-41E6-8E1D-191353CB7DA5}" type="presParOf" srcId="{33D65347-8F8F-43DA-8A66-BF1D93663FB5}" destId="{899C2A5F-59B5-4526-9346-90E557549AB8}" srcOrd="4" destOrd="0" presId="urn:microsoft.com/office/officeart/2017/3/layout/DropPinTimeline"/>
    <dgm:cxn modelId="{5F13AE5C-BEAE-4821-AFFF-22D13EACB4F1}" type="presParOf" srcId="{33D65347-8F8F-43DA-8A66-BF1D93663FB5}" destId="{9D2929EB-A809-43A4-B579-8FB04CA52CB5}" srcOrd="5" destOrd="0" presId="urn:microsoft.com/office/officeart/2017/3/layout/DropPinTimeline"/>
    <dgm:cxn modelId="{3585486C-7016-4365-BE66-B80B753F6B33}" type="presParOf" srcId="{43F3868F-582C-4ED4-B28C-8427FB633A3D}" destId="{F1121319-DFBB-4944-BFE3-393B91FB3182}" srcOrd="3" destOrd="0" presId="urn:microsoft.com/office/officeart/2017/3/layout/DropPinTimeline"/>
    <dgm:cxn modelId="{E3F8922A-843E-4277-BC3A-A0C3542D441B}" type="presParOf" srcId="{43F3868F-582C-4ED4-B28C-8427FB633A3D}" destId="{10EEFF8C-0202-4365-A819-6F243A1C2F3D}" srcOrd="4" destOrd="0" presId="urn:microsoft.com/office/officeart/2017/3/layout/DropPinTimeline"/>
    <dgm:cxn modelId="{6DD9A7F0-5BAC-49F4-A04A-871DBC075E21}" type="presParOf" srcId="{10EEFF8C-0202-4365-A819-6F243A1C2F3D}" destId="{F1B03179-08A1-40CA-A7C2-81494A243089}" srcOrd="0" destOrd="0" presId="urn:microsoft.com/office/officeart/2017/3/layout/DropPinTimeline"/>
    <dgm:cxn modelId="{3D334DEB-2257-42F3-B27A-83833C1D890A}" type="presParOf" srcId="{10EEFF8C-0202-4365-A819-6F243A1C2F3D}" destId="{4490A608-B41B-43D1-996F-D512E840AE62}" srcOrd="1" destOrd="0" presId="urn:microsoft.com/office/officeart/2017/3/layout/DropPinTimeline"/>
    <dgm:cxn modelId="{920BB657-DF13-4E2B-9656-666BD378C3F9}" type="presParOf" srcId="{4490A608-B41B-43D1-996F-D512E840AE62}" destId="{1FB127E3-F65A-4D33-B671-4A72CFC92609}" srcOrd="0" destOrd="0" presId="urn:microsoft.com/office/officeart/2017/3/layout/DropPinTimeline"/>
    <dgm:cxn modelId="{0A7DCB8E-A25B-4480-A3C2-4A74C195EBD4}" type="presParOf" srcId="{4490A608-B41B-43D1-996F-D512E840AE62}" destId="{E2B524EC-456F-4FD3-8AF5-26EBBE4883DE}" srcOrd="1" destOrd="0" presId="urn:microsoft.com/office/officeart/2017/3/layout/DropPinTimeline"/>
    <dgm:cxn modelId="{DEC58340-0E22-4414-AC79-EFD7D8258DED}" type="presParOf" srcId="{10EEFF8C-0202-4365-A819-6F243A1C2F3D}" destId="{C4D05009-D2E9-4194-919D-E4B031C03071}" srcOrd="2" destOrd="0" presId="urn:microsoft.com/office/officeart/2017/3/layout/DropPinTimeline"/>
    <dgm:cxn modelId="{100F1C1B-E8E5-4BBE-8904-A74EE76AF5F5}" type="presParOf" srcId="{10EEFF8C-0202-4365-A819-6F243A1C2F3D}" destId="{8CF9A29A-4DEC-4B0C-91FC-5A5EA6F859DA}" srcOrd="3" destOrd="0" presId="urn:microsoft.com/office/officeart/2017/3/layout/DropPinTimeline"/>
    <dgm:cxn modelId="{277090E4-11C4-4308-AED0-B7895DD3905A}" type="presParOf" srcId="{10EEFF8C-0202-4365-A819-6F243A1C2F3D}" destId="{D793445A-2EC7-4C36-BD82-7DA4BF80405C}" srcOrd="4" destOrd="0" presId="urn:microsoft.com/office/officeart/2017/3/layout/DropPinTimeline"/>
    <dgm:cxn modelId="{5E1356E1-82ED-4C03-A8B5-13F59D2FFAE8}" type="presParOf" srcId="{10EEFF8C-0202-4365-A819-6F243A1C2F3D}" destId="{3D9E419A-FDDD-478F-96DD-EE4E6294BEC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3FCA9-131E-41F5-ACE1-994E8E7E56CC}">
      <dsp:nvSpPr>
        <dsp:cNvPr id="0" name=""/>
        <dsp:cNvSpPr/>
      </dsp:nvSpPr>
      <dsp:spPr>
        <a:xfrm>
          <a:off x="0" y="1847850"/>
          <a:ext cx="532979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25D8F-0D09-4DB1-9505-697CB4C3FFA5}">
      <dsp:nvSpPr>
        <dsp:cNvPr id="0" name=""/>
        <dsp:cNvSpPr/>
      </dsp:nvSpPr>
      <dsp:spPr>
        <a:xfrm rot="8100000">
          <a:off x="59691" y="425857"/>
          <a:ext cx="271778" cy="27177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B2767-E963-4AF9-AEA1-B84EB7BF6AE6}">
      <dsp:nvSpPr>
        <dsp:cNvPr id="0" name=""/>
        <dsp:cNvSpPr/>
      </dsp:nvSpPr>
      <dsp:spPr>
        <a:xfrm>
          <a:off x="89883" y="456049"/>
          <a:ext cx="211394" cy="2113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92524-22E8-4819-82F3-8D86D75D9806}">
      <dsp:nvSpPr>
        <dsp:cNvPr id="0" name=""/>
        <dsp:cNvSpPr/>
      </dsp:nvSpPr>
      <dsp:spPr>
        <a:xfrm>
          <a:off x="387756" y="753922"/>
          <a:ext cx="2216182" cy="109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4th Feb</a:t>
          </a:r>
        </a:p>
      </dsp:txBody>
      <dsp:txXfrm>
        <a:off x="387756" y="753922"/>
        <a:ext cx="2216182" cy="1093927"/>
      </dsp:txXfrm>
    </dsp:sp>
    <dsp:sp modelId="{ED625F69-0052-46DB-8486-A4408E845C29}">
      <dsp:nvSpPr>
        <dsp:cNvPr id="0" name=""/>
        <dsp:cNvSpPr/>
      </dsp:nvSpPr>
      <dsp:spPr>
        <a:xfrm>
          <a:off x="387756" y="369570"/>
          <a:ext cx="2216182" cy="384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Team formation, GitHub repo creation and sharing</a:t>
          </a:r>
        </a:p>
      </dsp:txBody>
      <dsp:txXfrm>
        <a:off x="387756" y="369570"/>
        <a:ext cx="2216182" cy="384352"/>
      </dsp:txXfrm>
    </dsp:sp>
    <dsp:sp modelId="{598E40D0-3172-4258-B74A-52989D23DFD8}">
      <dsp:nvSpPr>
        <dsp:cNvPr id="0" name=""/>
        <dsp:cNvSpPr/>
      </dsp:nvSpPr>
      <dsp:spPr>
        <a:xfrm>
          <a:off x="195580" y="753922"/>
          <a:ext cx="0" cy="109392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7A370E-DA69-4B44-AF4C-C5E38C97E5BA}">
      <dsp:nvSpPr>
        <dsp:cNvPr id="0" name=""/>
        <dsp:cNvSpPr/>
      </dsp:nvSpPr>
      <dsp:spPr>
        <a:xfrm>
          <a:off x="160988" y="1813258"/>
          <a:ext cx="69183" cy="691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4FE8F-2104-42BC-ACAA-F80C10D0346C}">
      <dsp:nvSpPr>
        <dsp:cNvPr id="0" name=""/>
        <dsp:cNvSpPr/>
      </dsp:nvSpPr>
      <dsp:spPr>
        <a:xfrm rot="18900000">
          <a:off x="1394741" y="2998064"/>
          <a:ext cx="271778" cy="27177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12FD4-ED71-4692-9DCE-DCDC6AC23D1E}">
      <dsp:nvSpPr>
        <dsp:cNvPr id="0" name=""/>
        <dsp:cNvSpPr/>
      </dsp:nvSpPr>
      <dsp:spPr>
        <a:xfrm>
          <a:off x="1424933" y="3028256"/>
          <a:ext cx="211394" cy="2113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69667-DEF6-45EE-AEFA-F9D55F2FCA67}">
      <dsp:nvSpPr>
        <dsp:cNvPr id="0" name=""/>
        <dsp:cNvSpPr/>
      </dsp:nvSpPr>
      <dsp:spPr>
        <a:xfrm>
          <a:off x="1722806" y="1847850"/>
          <a:ext cx="2216182" cy="109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5th Feb</a:t>
          </a:r>
        </a:p>
      </dsp:txBody>
      <dsp:txXfrm>
        <a:off x="1722806" y="1847850"/>
        <a:ext cx="2216182" cy="1093927"/>
      </dsp:txXfrm>
    </dsp:sp>
    <dsp:sp modelId="{7FB00655-B682-4655-BC6B-2ECBBA61B249}">
      <dsp:nvSpPr>
        <dsp:cNvPr id="0" name=""/>
        <dsp:cNvSpPr/>
      </dsp:nvSpPr>
      <dsp:spPr>
        <a:xfrm>
          <a:off x="1722806" y="2941777"/>
          <a:ext cx="2216182" cy="384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Roles and Responsibilities distribution</a:t>
          </a:r>
        </a:p>
      </dsp:txBody>
      <dsp:txXfrm>
        <a:off x="1722806" y="2941777"/>
        <a:ext cx="2216182" cy="384352"/>
      </dsp:txXfrm>
    </dsp:sp>
    <dsp:sp modelId="{66A647B1-CE78-4723-A177-B4764CD7798D}">
      <dsp:nvSpPr>
        <dsp:cNvPr id="0" name=""/>
        <dsp:cNvSpPr/>
      </dsp:nvSpPr>
      <dsp:spPr>
        <a:xfrm>
          <a:off x="1530630" y="1847850"/>
          <a:ext cx="0" cy="109392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DC7DB-BE7A-4709-AE0E-650FAEDC9879}">
      <dsp:nvSpPr>
        <dsp:cNvPr id="0" name=""/>
        <dsp:cNvSpPr/>
      </dsp:nvSpPr>
      <dsp:spPr>
        <a:xfrm>
          <a:off x="1496038" y="1813258"/>
          <a:ext cx="69183" cy="691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8B8F1-4296-4AD4-AA14-4255CCF23A71}">
      <dsp:nvSpPr>
        <dsp:cNvPr id="0" name=""/>
        <dsp:cNvSpPr/>
      </dsp:nvSpPr>
      <dsp:spPr>
        <a:xfrm rot="8100000">
          <a:off x="2729791" y="425857"/>
          <a:ext cx="271778" cy="271778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0C2A0-AC8C-4CD7-B6A1-0609C5EFFEAA}">
      <dsp:nvSpPr>
        <dsp:cNvPr id="0" name=""/>
        <dsp:cNvSpPr/>
      </dsp:nvSpPr>
      <dsp:spPr>
        <a:xfrm>
          <a:off x="2759983" y="456049"/>
          <a:ext cx="211394" cy="2113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BEDC5-98F1-4A5B-A8D9-9E1E282B47FC}">
      <dsp:nvSpPr>
        <dsp:cNvPr id="0" name=""/>
        <dsp:cNvSpPr/>
      </dsp:nvSpPr>
      <dsp:spPr>
        <a:xfrm>
          <a:off x="3057856" y="753922"/>
          <a:ext cx="2201892" cy="109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6th Feb</a:t>
          </a:r>
        </a:p>
      </dsp:txBody>
      <dsp:txXfrm>
        <a:off x="3057856" y="753922"/>
        <a:ext cx="2201892" cy="1093927"/>
      </dsp:txXfrm>
    </dsp:sp>
    <dsp:sp modelId="{04C30904-BF47-4E08-99F6-D7ADD16C12CE}">
      <dsp:nvSpPr>
        <dsp:cNvPr id="0" name=""/>
        <dsp:cNvSpPr/>
      </dsp:nvSpPr>
      <dsp:spPr>
        <a:xfrm>
          <a:off x="3057856" y="369570"/>
          <a:ext cx="2201892" cy="384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Timeline decision and areas of improvement discussion</a:t>
          </a:r>
        </a:p>
      </dsp:txBody>
      <dsp:txXfrm>
        <a:off x="3057856" y="369570"/>
        <a:ext cx="2201892" cy="384352"/>
      </dsp:txXfrm>
    </dsp:sp>
    <dsp:sp modelId="{0F7F755A-4951-4D5B-A3F6-4810E09EC78A}">
      <dsp:nvSpPr>
        <dsp:cNvPr id="0" name=""/>
        <dsp:cNvSpPr/>
      </dsp:nvSpPr>
      <dsp:spPr>
        <a:xfrm>
          <a:off x="2865680" y="753922"/>
          <a:ext cx="0" cy="109392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1FDC3-5DE2-43E7-B8AF-2D7F85C447FD}">
      <dsp:nvSpPr>
        <dsp:cNvPr id="0" name=""/>
        <dsp:cNvSpPr/>
      </dsp:nvSpPr>
      <dsp:spPr>
        <a:xfrm>
          <a:off x="2831088" y="1813258"/>
          <a:ext cx="69183" cy="691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E3EC8-D3F6-4C8B-9BFF-A33D28580083}">
      <dsp:nvSpPr>
        <dsp:cNvPr id="0" name=""/>
        <dsp:cNvSpPr/>
      </dsp:nvSpPr>
      <dsp:spPr>
        <a:xfrm>
          <a:off x="0" y="2204753"/>
          <a:ext cx="4547045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3A6C4-F8DE-4FC7-A8FB-AAE1086B809C}">
      <dsp:nvSpPr>
        <dsp:cNvPr id="0" name=""/>
        <dsp:cNvSpPr/>
      </dsp:nvSpPr>
      <dsp:spPr>
        <a:xfrm rot="8100000">
          <a:off x="65164" y="512953"/>
          <a:ext cx="314583" cy="3145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0A72B-6AB5-4DE0-B80C-306367A1B511}">
      <dsp:nvSpPr>
        <dsp:cNvPr id="0" name=""/>
        <dsp:cNvSpPr/>
      </dsp:nvSpPr>
      <dsp:spPr>
        <a:xfrm>
          <a:off x="100112" y="547900"/>
          <a:ext cx="244688" cy="24468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AA9ED-1519-4A32-9FE8-71158CE3D0ED}">
      <dsp:nvSpPr>
        <dsp:cNvPr id="0" name=""/>
        <dsp:cNvSpPr/>
      </dsp:nvSpPr>
      <dsp:spPr>
        <a:xfrm>
          <a:off x="444901" y="899539"/>
          <a:ext cx="1838986" cy="130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7th Feb</a:t>
          </a:r>
        </a:p>
      </dsp:txBody>
      <dsp:txXfrm>
        <a:off x="444901" y="899539"/>
        <a:ext cx="1838986" cy="1305213"/>
      </dsp:txXfrm>
    </dsp:sp>
    <dsp:sp modelId="{04188083-FCFA-41DD-97A1-FE28E357B82B}">
      <dsp:nvSpPr>
        <dsp:cNvPr id="0" name=""/>
        <dsp:cNvSpPr/>
      </dsp:nvSpPr>
      <dsp:spPr>
        <a:xfrm>
          <a:off x="444901" y="440950"/>
          <a:ext cx="1838986" cy="458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Progress sharing and code review</a:t>
          </a:r>
        </a:p>
      </dsp:txBody>
      <dsp:txXfrm>
        <a:off x="444901" y="440950"/>
        <a:ext cx="1838986" cy="458588"/>
      </dsp:txXfrm>
    </dsp:sp>
    <dsp:sp modelId="{28971637-7648-4B0C-B4E2-F8D1CA9D6C6B}">
      <dsp:nvSpPr>
        <dsp:cNvPr id="0" name=""/>
        <dsp:cNvSpPr/>
      </dsp:nvSpPr>
      <dsp:spPr>
        <a:xfrm>
          <a:off x="222456" y="899539"/>
          <a:ext cx="0" cy="1305213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97C59-3496-4D02-B39E-1E28DDDAD253}">
      <dsp:nvSpPr>
        <dsp:cNvPr id="0" name=""/>
        <dsp:cNvSpPr/>
      </dsp:nvSpPr>
      <dsp:spPr>
        <a:xfrm>
          <a:off x="189266" y="2163480"/>
          <a:ext cx="80079" cy="8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7A5FF-728E-420B-977D-8CC327685F89}">
      <dsp:nvSpPr>
        <dsp:cNvPr id="0" name=""/>
        <dsp:cNvSpPr/>
      </dsp:nvSpPr>
      <dsp:spPr>
        <a:xfrm rot="18900000">
          <a:off x="1196737" y="3581969"/>
          <a:ext cx="314583" cy="3145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75878-CBA7-497B-8D7B-BBDE144CE593}">
      <dsp:nvSpPr>
        <dsp:cNvPr id="0" name=""/>
        <dsp:cNvSpPr/>
      </dsp:nvSpPr>
      <dsp:spPr>
        <a:xfrm>
          <a:off x="1231684" y="3616916"/>
          <a:ext cx="244688" cy="24468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A8BB0-D957-416E-A64D-DBBFEDF5E3D6}">
      <dsp:nvSpPr>
        <dsp:cNvPr id="0" name=""/>
        <dsp:cNvSpPr/>
      </dsp:nvSpPr>
      <dsp:spPr>
        <a:xfrm>
          <a:off x="1576473" y="2204753"/>
          <a:ext cx="1838986" cy="130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8th Feb</a:t>
          </a:r>
        </a:p>
      </dsp:txBody>
      <dsp:txXfrm>
        <a:off x="1576473" y="2204753"/>
        <a:ext cx="1838986" cy="1305213"/>
      </dsp:txXfrm>
    </dsp:sp>
    <dsp:sp modelId="{E2B823EF-E26B-47A9-879E-7DC11252D82F}">
      <dsp:nvSpPr>
        <dsp:cNvPr id="0" name=""/>
        <dsp:cNvSpPr/>
      </dsp:nvSpPr>
      <dsp:spPr>
        <a:xfrm>
          <a:off x="1576473" y="3509966"/>
          <a:ext cx="1838986" cy="458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Peer code review and other project enhancements</a:t>
          </a:r>
        </a:p>
      </dsp:txBody>
      <dsp:txXfrm>
        <a:off x="1576473" y="3509966"/>
        <a:ext cx="1838986" cy="458588"/>
      </dsp:txXfrm>
    </dsp:sp>
    <dsp:sp modelId="{899C2A5F-59B5-4526-9346-90E557549AB8}">
      <dsp:nvSpPr>
        <dsp:cNvPr id="0" name=""/>
        <dsp:cNvSpPr/>
      </dsp:nvSpPr>
      <dsp:spPr>
        <a:xfrm>
          <a:off x="1354029" y="2204753"/>
          <a:ext cx="0" cy="1305213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09C33-F728-456F-A84B-0F0F41544EB8}">
      <dsp:nvSpPr>
        <dsp:cNvPr id="0" name=""/>
        <dsp:cNvSpPr/>
      </dsp:nvSpPr>
      <dsp:spPr>
        <a:xfrm>
          <a:off x="1320839" y="2163480"/>
          <a:ext cx="80079" cy="8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127E3-F65A-4D33-B671-4A72CFC92609}">
      <dsp:nvSpPr>
        <dsp:cNvPr id="0" name=""/>
        <dsp:cNvSpPr/>
      </dsp:nvSpPr>
      <dsp:spPr>
        <a:xfrm rot="8100000">
          <a:off x="2328309" y="512953"/>
          <a:ext cx="314583" cy="3145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524EC-456F-4FD3-8AF5-26EBBE4883DE}">
      <dsp:nvSpPr>
        <dsp:cNvPr id="0" name=""/>
        <dsp:cNvSpPr/>
      </dsp:nvSpPr>
      <dsp:spPr>
        <a:xfrm>
          <a:off x="2363257" y="547900"/>
          <a:ext cx="244688" cy="24468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05009-D2E9-4194-919D-E4B031C03071}">
      <dsp:nvSpPr>
        <dsp:cNvPr id="0" name=""/>
        <dsp:cNvSpPr/>
      </dsp:nvSpPr>
      <dsp:spPr>
        <a:xfrm>
          <a:off x="2708045" y="899539"/>
          <a:ext cx="1838986" cy="130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9th Feb</a:t>
          </a:r>
        </a:p>
      </dsp:txBody>
      <dsp:txXfrm>
        <a:off x="2708045" y="899539"/>
        <a:ext cx="1838986" cy="1305213"/>
      </dsp:txXfrm>
    </dsp:sp>
    <dsp:sp modelId="{8CF9A29A-4DEC-4B0C-91FC-5A5EA6F859DA}">
      <dsp:nvSpPr>
        <dsp:cNvPr id="0" name=""/>
        <dsp:cNvSpPr/>
      </dsp:nvSpPr>
      <dsp:spPr>
        <a:xfrm>
          <a:off x="2708045" y="440950"/>
          <a:ext cx="1838986" cy="458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solidFill>
                <a:srgbClr val="FFFFFF"/>
              </a:solidFill>
              <a:latin typeface="Rockwell" panose="02060603020205020403"/>
              <a:ea typeface="+mn-ea"/>
              <a:cs typeface="+mn-cs"/>
            </a:rPr>
            <a:t>Finalizing and updating milestone 3 ppt and document</a:t>
          </a:r>
        </a:p>
      </dsp:txBody>
      <dsp:txXfrm>
        <a:off x="2708045" y="440950"/>
        <a:ext cx="1838986" cy="458588"/>
      </dsp:txXfrm>
    </dsp:sp>
    <dsp:sp modelId="{D793445A-2EC7-4C36-BD82-7DA4BF80405C}">
      <dsp:nvSpPr>
        <dsp:cNvPr id="0" name=""/>
        <dsp:cNvSpPr/>
      </dsp:nvSpPr>
      <dsp:spPr>
        <a:xfrm>
          <a:off x="2485601" y="899539"/>
          <a:ext cx="0" cy="1305213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03179-08A1-40CA-A7C2-81494A243089}">
      <dsp:nvSpPr>
        <dsp:cNvPr id="0" name=""/>
        <dsp:cNvSpPr/>
      </dsp:nvSpPr>
      <dsp:spPr>
        <a:xfrm>
          <a:off x="2452411" y="2163480"/>
          <a:ext cx="80079" cy="8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7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0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6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1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95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2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2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9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25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77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1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8288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20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412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186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20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46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F64DB-A70C-4BAD-AB69-AA7E9E5B9391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3055B-DBD6-4CEB-AE46-846A3F25BD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758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DB5D-BEFC-4EEF-1065-D0730B561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416718" cy="2720008"/>
          </a:xfrm>
        </p:spPr>
        <p:txBody>
          <a:bodyPr/>
          <a:lstStyle/>
          <a:p>
            <a:r>
              <a:rPr lang="en-IN"/>
              <a:t>Receipt &amp; invoice digitizer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7B47-7AE8-55DA-EEAB-8FB192AEB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b="1"/>
              <a:t>Milestone 3: Dashboard &amp; Reporting</a:t>
            </a:r>
          </a:p>
          <a:p>
            <a:endParaRPr lang="en-IN" b="1"/>
          </a:p>
          <a:p>
            <a:pPr algn="r"/>
            <a:r>
              <a:rPr lang="en-IN" b="1"/>
              <a:t>By: Team D</a:t>
            </a:r>
          </a:p>
        </p:txBody>
      </p:sp>
    </p:spTree>
    <p:extLst>
      <p:ext uri="{BB962C8B-B14F-4D97-AF65-F5344CB8AC3E}">
        <p14:creationId xmlns:p14="http://schemas.microsoft.com/office/powerpoint/2010/main" val="3658883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121A-25A4-3E90-D654-DE21126A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95" y="775399"/>
            <a:ext cx="2785953" cy="816542"/>
          </a:xfrm>
        </p:spPr>
        <p:txBody>
          <a:bodyPr>
            <a:normAutofit fontScale="90000"/>
          </a:bodyPr>
          <a:lstStyle/>
          <a:p>
            <a:pPr algn="ctr"/>
            <a:r>
              <a:rPr lang="en-IN" err="1"/>
              <a:t>TeAM</a:t>
            </a:r>
            <a:r>
              <a:rPr lang="en-IN"/>
              <a:t> LEADER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B0166-11F6-AACA-E0D2-8659E5CE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94" y="1943859"/>
            <a:ext cx="3753191" cy="44203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Name : Gajendra Rajpoot</a:t>
            </a:r>
            <a:endParaRPr lang="en-US" dirty="0"/>
          </a:p>
          <a:p>
            <a:r>
              <a:rPr lang="en-IN" dirty="0"/>
              <a:t>Role : </a:t>
            </a:r>
            <a:r>
              <a:rPr lang="en-US" dirty="0">
                <a:effectLst/>
              </a:rPr>
              <a:t>Display attractive  analytics Dashboard</a:t>
            </a:r>
            <a:endParaRPr lang="en-IN" dirty="0"/>
          </a:p>
          <a:p>
            <a:r>
              <a:rPr lang="en-IN" dirty="0"/>
              <a:t>Responsibilities : </a:t>
            </a:r>
            <a:endParaRPr lang="en-IN" dirty="0">
              <a:ea typeface="+mn-lt"/>
              <a:cs typeface="+mn-lt"/>
            </a:endParaRPr>
          </a:p>
          <a:p>
            <a:pPr marL="342900" indent="-342900"/>
            <a:r>
              <a:rPr lang="en-IN" b="1" dirty="0">
                <a:ea typeface="+mn-lt"/>
                <a:cs typeface="+mn-lt"/>
              </a:rPr>
              <a:t>Total Spend by Vendor (Bar Chart)</a:t>
            </a:r>
            <a:endParaRPr lang="en-IN" dirty="0">
              <a:ea typeface="+mn-lt"/>
              <a:cs typeface="+mn-lt"/>
            </a:endParaRPr>
          </a:p>
          <a:p>
            <a:pPr marL="342900" indent="-342900"/>
            <a:r>
              <a:rPr lang="en-IN" dirty="0">
                <a:ea typeface="+mn-lt"/>
                <a:cs typeface="+mn-lt"/>
              </a:rPr>
              <a:t> </a:t>
            </a:r>
            <a:r>
              <a:rPr lang="en-IN" b="1" dirty="0">
                <a:ea typeface="+mn-lt"/>
                <a:cs typeface="+mn-lt"/>
              </a:rPr>
              <a:t>Monthly Spending Trend (Line Chart)</a:t>
            </a:r>
            <a:r>
              <a:rPr lang="en-IN" dirty="0">
                <a:ea typeface="+mn-lt"/>
                <a:cs typeface="+mn-lt"/>
              </a:rPr>
              <a:t>.</a:t>
            </a:r>
            <a:endParaRPr lang="en-IN" dirty="0"/>
          </a:p>
          <a:p>
            <a:pPr marL="342900" indent="-342900"/>
            <a:r>
              <a:rPr lang="en-IN" b="1" dirty="0">
                <a:ea typeface="+mn-lt"/>
                <a:cs typeface="+mn-lt"/>
              </a:rPr>
              <a:t>Day-of-Week Analysis </a:t>
            </a:r>
            <a:endParaRPr lang="en-IN" dirty="0">
              <a:ea typeface="+mn-lt"/>
              <a:cs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A06D13-B118-EE69-D4D7-C486E9C29897}"/>
              </a:ext>
            </a:extLst>
          </p:cNvPr>
          <p:cNvSpPr txBox="1">
            <a:spLocks/>
          </p:cNvSpPr>
          <p:nvPr/>
        </p:nvSpPr>
        <p:spPr>
          <a:xfrm>
            <a:off x="4499249" y="775886"/>
            <a:ext cx="3193049" cy="8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Team member 1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B11E3B-033E-D875-9ABC-CDEE762BF0F7}"/>
              </a:ext>
            </a:extLst>
          </p:cNvPr>
          <p:cNvSpPr txBox="1">
            <a:spLocks/>
          </p:cNvSpPr>
          <p:nvPr/>
        </p:nvSpPr>
        <p:spPr>
          <a:xfrm>
            <a:off x="4494150" y="1940582"/>
            <a:ext cx="3478285" cy="44292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Name : Shivangi Bhargava</a:t>
            </a:r>
          </a:p>
          <a:p>
            <a:r>
              <a:rPr lang="en-IN" dirty="0"/>
              <a:t>Role : Build </a:t>
            </a:r>
            <a:r>
              <a:rPr lang="en-IN" dirty="0" err="1"/>
              <a:t>Streamlit</a:t>
            </a:r>
            <a:r>
              <a:rPr lang="en-IN" dirty="0"/>
              <a:t> Dashboard for Upload/Review</a:t>
            </a:r>
            <a:endParaRPr lang="en-US" dirty="0">
              <a:effectLst/>
            </a:endParaRPr>
          </a:p>
          <a:p>
            <a:r>
              <a:rPr lang="en-IN" dirty="0"/>
              <a:t>Responsibilities :  </a:t>
            </a:r>
          </a:p>
          <a:p>
            <a:pPr marL="342900" indent="-342900"/>
            <a:r>
              <a:rPr lang="en-IN" dirty="0"/>
              <a:t>Enhancement of Design and implement complete user interface .</a:t>
            </a:r>
          </a:p>
          <a:p>
            <a:pPr marL="342900" indent="-342900"/>
            <a:r>
              <a:rPr lang="en-IN" dirty="0"/>
              <a:t>UI enhancement for file handling system.</a:t>
            </a:r>
          </a:p>
          <a:p>
            <a:pPr marL="342900" indent="-342900"/>
            <a:r>
              <a:rPr lang="en-IN" dirty="0"/>
              <a:t> Creating interactive data review interface 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AC0785-D20E-80E8-83F8-238D54B9F149}"/>
              </a:ext>
            </a:extLst>
          </p:cNvPr>
          <p:cNvSpPr txBox="1">
            <a:spLocks/>
          </p:cNvSpPr>
          <p:nvPr/>
        </p:nvSpPr>
        <p:spPr>
          <a:xfrm>
            <a:off x="8290192" y="775886"/>
            <a:ext cx="3297433" cy="814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team member 2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E15654F-45E5-AC1F-F3AC-E94D550A0E30}"/>
              </a:ext>
            </a:extLst>
          </p:cNvPr>
          <p:cNvSpPr txBox="1">
            <a:spLocks/>
          </p:cNvSpPr>
          <p:nvPr/>
        </p:nvSpPr>
        <p:spPr>
          <a:xfrm>
            <a:off x="8088102" y="1943858"/>
            <a:ext cx="3831608" cy="4627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900" dirty="0"/>
              <a:t>Name : Divya Sri </a:t>
            </a:r>
            <a:r>
              <a:rPr lang="en-IN" sz="1900" err="1"/>
              <a:t>Yaganti</a:t>
            </a:r>
            <a:endParaRPr lang="en-IN" sz="1900"/>
          </a:p>
          <a:p>
            <a:r>
              <a:rPr lang="en-IN" sz="1900" dirty="0"/>
              <a:t>Role :  </a:t>
            </a:r>
            <a:r>
              <a:rPr lang="en-IN" sz="1900" dirty="0">
                <a:effectLst/>
              </a:rPr>
              <a:t>Add CSV/Excel export and some </a:t>
            </a:r>
            <a:r>
              <a:rPr lang="en-IN" sz="1900" err="1">
                <a:effectLst/>
              </a:rPr>
              <a:t>updations</a:t>
            </a:r>
            <a:r>
              <a:rPr lang="en-IN" sz="1900" dirty="0">
                <a:effectLst/>
              </a:rPr>
              <a:t> in the history tab</a:t>
            </a:r>
            <a:endParaRPr lang="en-IN" sz="1900" dirty="0"/>
          </a:p>
          <a:p>
            <a:r>
              <a:rPr lang="en-IN" sz="1900" dirty="0"/>
              <a:t>Responsibilities : </a:t>
            </a:r>
            <a:endParaRPr lang="en-IN" sz="1900" dirty="0">
              <a:ea typeface="+mn-lt"/>
              <a:cs typeface="+mn-lt"/>
            </a:endParaRPr>
          </a:p>
          <a:p>
            <a:r>
              <a:rPr lang="en-IN" sz="1900" dirty="0">
                <a:ea typeface="+mn-lt"/>
                <a:cs typeface="+mn-lt"/>
              </a:rPr>
              <a:t> Search option for Bills ,Date-Wise Receipt Filtering .</a:t>
            </a:r>
          </a:p>
          <a:p>
            <a:r>
              <a:rPr lang="en-IN" sz="1900" dirty="0">
                <a:ea typeface="+mn-lt"/>
                <a:cs typeface="+mn-lt"/>
              </a:rPr>
              <a:t>Month-Wise Invoice Organization with Budget Tracking ,AI-Based Spending Suggestions.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93390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EE88-C4B6-801A-6E2F-262E6CD5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3981E-3580-21E6-B5FA-63B59E777BFE}"/>
              </a:ext>
            </a:extLst>
          </p:cNvPr>
          <p:cNvSpPr/>
          <p:nvPr/>
        </p:nvSpPr>
        <p:spPr>
          <a:xfrm>
            <a:off x="566530" y="2098930"/>
            <a:ext cx="3445958" cy="284817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2400" b="1">
                <a:solidFill>
                  <a:schemeClr val="tx1"/>
                </a:solidFill>
                <a:latin typeface="Arial"/>
                <a:cs typeface="Arial"/>
              </a:rPr>
              <a:t>High Technical Barrier</a:t>
            </a:r>
            <a:r>
              <a:rPr lang="en-US" altLang="en-US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altLang="en-US" sz="1600">
                <a:solidFill>
                  <a:schemeClr val="tx1"/>
                </a:solidFill>
                <a:latin typeface="Arial"/>
                <a:cs typeface="Arial"/>
              </a:rPr>
              <a:t>Users rely on manual scripts or database queries to interact with the system, creating a dependency on the engineering team for simple tasks.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endParaRPr lang="en-IN"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1EDB33-3560-FBE8-98C6-251A9949565B}"/>
              </a:ext>
            </a:extLst>
          </p:cNvPr>
          <p:cNvSpPr/>
          <p:nvPr/>
        </p:nvSpPr>
        <p:spPr>
          <a:xfrm>
            <a:off x="4241852" y="2095692"/>
            <a:ext cx="3704018" cy="28514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Data Silos</a:t>
            </a:r>
            <a:endParaRPr lang="en-IN"/>
          </a:p>
          <a:p>
            <a:pPr algn="ctr"/>
            <a:r>
              <a:rPr lang="en-US" sz="1600"/>
              <a:t>Processed results are "locked" inside the application, making it difficult to easily export data to Excel or CSV for external auditing and sharing.</a:t>
            </a:r>
            <a:endParaRPr lang="en-IN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DAC19-35E9-9522-22DD-9B7F3219B0E2}"/>
              </a:ext>
            </a:extLst>
          </p:cNvPr>
          <p:cNvSpPr/>
          <p:nvPr/>
        </p:nvSpPr>
        <p:spPr>
          <a:xfrm>
            <a:off x="8128668" y="2095694"/>
            <a:ext cx="3589105" cy="28514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Blind Spots in Analytics</a:t>
            </a:r>
            <a:endParaRPr lang="en-IN" sz="2000"/>
          </a:p>
          <a:p>
            <a:pPr algn="ctr"/>
            <a:r>
              <a:rPr lang="en-US" sz="1600"/>
              <a:t>There is no real-time visibility into high-level metrics (such as monthly totals), forcing users to manually aggregate data to understand performance trends.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71624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D615-3D4D-68D6-5D1E-43990CA6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95" y="609600"/>
            <a:ext cx="10734761" cy="1326321"/>
          </a:xfrm>
        </p:spPr>
        <p:txBody>
          <a:bodyPr/>
          <a:lstStyle/>
          <a:p>
            <a:r>
              <a:rPr lang="en-IN"/>
              <a:t>Solution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035F5-226D-1539-2086-9BC578B91CF7}"/>
              </a:ext>
            </a:extLst>
          </p:cNvPr>
          <p:cNvSpPr/>
          <p:nvPr/>
        </p:nvSpPr>
        <p:spPr>
          <a:xfrm>
            <a:off x="544569" y="2109441"/>
            <a:ext cx="3284615" cy="270109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en-US" sz="2400" b="1">
                <a:solidFill>
                  <a:schemeClr val="tx1"/>
                </a:solidFill>
                <a:latin typeface="Arial"/>
                <a:cs typeface="Arial"/>
              </a:rPr>
              <a:t>Centralized Control</a:t>
            </a:r>
            <a:r>
              <a:rPr lang="en-US" altLang="en-US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lang="en-US" altLang="en-US" sz="1600">
                <a:solidFill>
                  <a:schemeClr val="tx1"/>
                </a:solidFill>
                <a:latin typeface="Arial"/>
                <a:cs typeface="Arial"/>
              </a:rPr>
              <a:t>A user-friendly interface for uploading, validating, and reviewing data.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F2537-9D27-D638-7313-2FD2526B1459}"/>
              </a:ext>
            </a:extLst>
          </p:cNvPr>
          <p:cNvSpPr/>
          <p:nvPr/>
        </p:nvSpPr>
        <p:spPr>
          <a:xfrm>
            <a:off x="4023850" y="2109441"/>
            <a:ext cx="3577653" cy="26978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2400" b="1">
                <a:solidFill>
                  <a:schemeClr val="tx1"/>
                </a:solidFill>
                <a:latin typeface="Arial"/>
                <a:cs typeface="Arial"/>
              </a:rPr>
              <a:t>Data Portability</a:t>
            </a:r>
            <a:r>
              <a:rPr lang="en-US" altLang="en-US">
                <a:solidFill>
                  <a:schemeClr val="tx1"/>
                </a:solidFill>
                <a:latin typeface="Arial"/>
                <a:cs typeface="Arial"/>
              </a:rPr>
              <a:t> 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altLang="en-US" sz="1600">
                <a:solidFill>
                  <a:schemeClr val="tx1"/>
                </a:solidFill>
                <a:latin typeface="Arial"/>
                <a:cs typeface="Arial"/>
              </a:rPr>
              <a:t>Seamless export functionality to CSV and Excel for external reporting.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endParaRPr lang="en-US" altLang="en-US" sz="160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ABFAE-4EE6-92D5-2EF0-54346C9A6D28}"/>
              </a:ext>
            </a:extLst>
          </p:cNvPr>
          <p:cNvSpPr/>
          <p:nvPr/>
        </p:nvSpPr>
        <p:spPr>
          <a:xfrm>
            <a:off x="7816953" y="2109440"/>
            <a:ext cx="3596662" cy="270509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Arial"/>
                <a:cs typeface="Arial"/>
              </a:rPr>
              <a:t>Instant Visibility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lvl="0"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/>
                </a:solidFill>
                <a:latin typeface="Arial"/>
                <a:cs typeface="Arial"/>
              </a:rPr>
              <a:t>Integrated analytics to visualize monthly totals and key performance trends at a glance.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27527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66DF-529E-AAB0-9E58-F0D59897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E42C7D-6797-567C-77EC-3C7921FC5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863806"/>
              </p:ext>
            </p:extLst>
          </p:nvPr>
        </p:nvGraphicFramePr>
        <p:xfrm>
          <a:off x="311889" y="2095500"/>
          <a:ext cx="5329790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64" name="Content Placeholder 3">
            <a:extLst>
              <a:ext uri="{FF2B5EF4-FFF2-40B4-BE49-F238E27FC236}">
                <a16:creationId xmlns:a16="http://schemas.microsoft.com/office/drawing/2014/main" id="{D448F629-AEEC-3D94-83D2-68B10600A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273933"/>
              </p:ext>
            </p:extLst>
          </p:nvPr>
        </p:nvGraphicFramePr>
        <p:xfrm>
          <a:off x="5317620" y="1733303"/>
          <a:ext cx="4547045" cy="440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65" name="TextBox 43">
            <a:extLst>
              <a:ext uri="{FF2B5EF4-FFF2-40B4-BE49-F238E27FC236}">
                <a16:creationId xmlns:a16="http://schemas.microsoft.com/office/drawing/2014/main" id="{4B908C30-12B4-9D27-5A94-E1604113B84F}"/>
              </a:ext>
            </a:extLst>
          </p:cNvPr>
          <p:cNvSpPr txBox="1"/>
          <p:nvPr/>
        </p:nvSpPr>
        <p:spPr>
          <a:xfrm>
            <a:off x="9861265" y="3575521"/>
            <a:ext cx="209107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Group presentation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19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EF3D-601D-0D88-6287-CABEFAFA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 diagram</a:t>
            </a:r>
          </a:p>
        </p:txBody>
      </p:sp>
      <p:pic>
        <p:nvPicPr>
          <p:cNvPr id="5" name="Content Placeholder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BC86D264-9E80-4084-87BE-BBD1D91A1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542672"/>
            <a:ext cx="10353762" cy="280192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chemeClr val="tx2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736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0ED7-5C53-0930-F0FA-84045BB4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BUILD STREAMLIt dashboard for upload/review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CADC-E9DB-46F3-F95D-4D022B3E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352824" cy="3695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📤 Create an Upload Interface – Develop a user-friendly file upload system for receipts/invoices (PDF, PNG, JPG formats).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👁️ Design Data Review Panel – Display extracted fields (vendor, date, amount, items) in a clean, readable format for user verification.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🔍 Implement Search &amp; Filter – Add functionality to search receipts by vendor name, date range.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📱 Ensure Responsive Layout – Optimize dashboard for different screen sizes with clear navigation and visual hierarchy.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⚡ Connect to Backend Systems – Integrate with existing OCR and database modules to display real-time extracted data.</a:t>
            </a:r>
            <a:br>
              <a:rPr lang="en-US" sz="1400" dirty="0"/>
            </a:b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80AA6-3575-9D92-6065-D85B6B76B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736" y="2513306"/>
            <a:ext cx="3511778" cy="288843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428252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2D9D-BFA4-AF86-0BBB-C1D492DC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6321"/>
            <a:ext cx="10353761" cy="1326321"/>
          </a:xfrm>
        </p:spPr>
        <p:txBody>
          <a:bodyPr/>
          <a:lstStyle/>
          <a:p>
            <a:r>
              <a:rPr lang="en-US"/>
              <a:t>2. </a:t>
            </a:r>
            <a:r>
              <a:rPr lang="en-US">
                <a:ea typeface="+mj-lt"/>
                <a:cs typeface="+mj-lt"/>
              </a:rPr>
              <a:t>Add CSV/Excel export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622F-5FFE-7419-6570-33C608C8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58110"/>
            <a:ext cx="10353762" cy="47672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>
                <a:ea typeface="+mn-lt"/>
                <a:cs typeface="+mn-lt"/>
              </a:rPr>
              <a:t>📤 </a:t>
            </a:r>
            <a:r>
              <a:rPr lang="en-US" sz="1400" b="1">
                <a:ea typeface="+mn-lt"/>
                <a:cs typeface="+mn-lt"/>
              </a:rPr>
              <a:t>Data Portability: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Implemented </a:t>
            </a:r>
            <a:r>
              <a:rPr lang="en-US" sz="1400" b="1">
                <a:ea typeface="+mn-lt"/>
                <a:cs typeface="+mn-lt"/>
              </a:rPr>
              <a:t>CSV/Excel Export</a:t>
            </a:r>
            <a:r>
              <a:rPr lang="en-US" sz="1400">
                <a:ea typeface="+mn-lt"/>
                <a:cs typeface="+mn-lt"/>
              </a:rPr>
              <a:t> functionality, allowing users to download financial reports for offline analysis.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🔍 </a:t>
            </a:r>
            <a:r>
              <a:rPr lang="en-US" sz="1400" b="1">
                <a:ea typeface="+mn-lt"/>
                <a:cs typeface="+mn-lt"/>
              </a:rPr>
              <a:t>Advanced Retrieval System: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Developed a global </a:t>
            </a:r>
            <a:r>
              <a:rPr lang="en-US" sz="1400" b="1">
                <a:ea typeface="+mn-lt"/>
                <a:cs typeface="+mn-lt"/>
              </a:rPr>
              <a:t>Search Option</a:t>
            </a:r>
            <a:r>
              <a:rPr lang="en-US" sz="1400">
                <a:ea typeface="+mn-lt"/>
                <a:cs typeface="+mn-lt"/>
              </a:rPr>
              <a:t> to instantly locate specific bills by keyword or merchant name.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Engineered </a:t>
            </a:r>
            <a:r>
              <a:rPr lang="en-US" sz="1400" b="1">
                <a:ea typeface="+mn-lt"/>
                <a:cs typeface="+mn-lt"/>
              </a:rPr>
              <a:t>Date-Wise Filtering</a:t>
            </a:r>
            <a:r>
              <a:rPr lang="en-US" sz="1400">
                <a:ea typeface="+mn-lt"/>
                <a:cs typeface="+mn-lt"/>
              </a:rPr>
              <a:t> logic to isolate receipts within specific custom timeframes.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📅 </a:t>
            </a:r>
            <a:r>
              <a:rPr lang="en-US" sz="1400" b="1">
                <a:ea typeface="+mn-lt"/>
                <a:cs typeface="+mn-lt"/>
              </a:rPr>
              <a:t>Financial Organization: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Structured the History Tab for </a:t>
            </a:r>
            <a:r>
              <a:rPr lang="en-US" sz="1400" b="1">
                <a:ea typeface="+mn-lt"/>
                <a:cs typeface="+mn-lt"/>
              </a:rPr>
              <a:t>Month-Wise Invoice Organization</a:t>
            </a:r>
            <a:r>
              <a:rPr lang="en-US" sz="1400">
                <a:ea typeface="+mn-lt"/>
                <a:cs typeface="+mn-lt"/>
              </a:rPr>
              <a:t>, creating a cleaner, navigable user experience.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Integrated </a:t>
            </a:r>
            <a:r>
              <a:rPr lang="en-US" sz="1400" b="1">
                <a:ea typeface="+mn-lt"/>
                <a:cs typeface="+mn-lt"/>
              </a:rPr>
              <a:t>Budget Tracking</a:t>
            </a:r>
            <a:r>
              <a:rPr lang="en-US" sz="1400">
                <a:ea typeface="+mn-lt"/>
                <a:cs typeface="+mn-lt"/>
              </a:rPr>
              <a:t> markers to visually compare monthly spending against set limits.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🤖 </a:t>
            </a:r>
            <a:r>
              <a:rPr lang="en-US" sz="1400" b="1">
                <a:ea typeface="+mn-lt"/>
                <a:cs typeface="+mn-lt"/>
              </a:rPr>
              <a:t>AI-Driven Intelligence: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Designed </a:t>
            </a:r>
            <a:r>
              <a:rPr lang="en-US" sz="1400" b="1">
                <a:ea typeface="+mn-lt"/>
                <a:cs typeface="+mn-lt"/>
              </a:rPr>
              <a:t>AI-Based Spending Suggestions</a:t>
            </a:r>
            <a:r>
              <a:rPr lang="en-US" sz="1400">
                <a:ea typeface="+mn-lt"/>
                <a:cs typeface="+mn-lt"/>
              </a:rPr>
              <a:t> to analyze patterns and recommend potential cost-saving opportunities.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🔄 </a:t>
            </a:r>
            <a:r>
              <a:rPr lang="en-US" sz="1400" b="1">
                <a:ea typeface="+mn-lt"/>
                <a:cs typeface="+mn-lt"/>
              </a:rPr>
              <a:t>UI/UX Enhancements: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Deployed critical updates to the </a:t>
            </a:r>
            <a:r>
              <a:rPr lang="en-US" sz="1400" b="1">
                <a:ea typeface="+mn-lt"/>
                <a:cs typeface="+mn-lt"/>
              </a:rPr>
              <a:t>History Tab</a:t>
            </a:r>
            <a:r>
              <a:rPr lang="en-US" sz="1400">
                <a:ea typeface="+mn-lt"/>
                <a:cs typeface="+mn-lt"/>
              </a:rPr>
              <a:t>, improving load times and visual layout for smoother navigation.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391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06DA-5F0C-BD78-9E79-36D891EC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3. </a:t>
            </a:r>
            <a:r>
              <a:rPr lang="en-US">
                <a:ea typeface="+mj-lt"/>
                <a:cs typeface="+mj-lt"/>
              </a:rPr>
              <a:t>Display simple analytics (monthly totals).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73A2A-C7FB-78C3-5BFE-C7550389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971" y="2084858"/>
            <a:ext cx="9154733" cy="37063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📊 </a:t>
            </a:r>
            <a:r>
              <a:rPr lang="en-US" sz="1800" b="1">
                <a:ea typeface="+mn-lt"/>
                <a:cs typeface="+mn-lt"/>
              </a:rPr>
              <a:t>Dashboard Architecture:</a:t>
            </a:r>
            <a:r>
              <a:rPr lang="en-US" sz="1800">
                <a:ea typeface="+mn-lt"/>
                <a:cs typeface="+mn-lt"/>
              </a:rPr>
              <a:t> Designed a comprehensive Analytics Tab using </a:t>
            </a:r>
            <a:r>
              <a:rPr lang="en-US" sz="1800" err="1">
                <a:ea typeface="+mn-lt"/>
                <a:cs typeface="+mn-lt"/>
              </a:rPr>
              <a:t>Streamlit</a:t>
            </a:r>
            <a:r>
              <a:rPr lang="en-US" sz="1800">
                <a:ea typeface="+mn-lt"/>
                <a:cs typeface="+mn-lt"/>
              </a:rPr>
              <a:t> to visualize financial health.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🛠️ </a:t>
            </a:r>
            <a:r>
              <a:rPr lang="en-US" sz="1800" b="1">
                <a:ea typeface="+mn-lt"/>
                <a:cs typeface="+mn-lt"/>
              </a:rPr>
              <a:t>Data Transformation:</a:t>
            </a:r>
            <a:r>
              <a:rPr lang="en-US" sz="1800">
                <a:ea typeface="+mn-lt"/>
                <a:cs typeface="+mn-lt"/>
              </a:rPr>
              <a:t> Implemented robust preprocessing to clean raw text, handle missing dates, and standardize currency formats.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🎯 </a:t>
            </a:r>
            <a:r>
              <a:rPr lang="en-US" sz="1800" b="1">
                <a:ea typeface="+mn-lt"/>
                <a:cs typeface="+mn-lt"/>
              </a:rPr>
              <a:t>KPI Tracking:</a:t>
            </a:r>
            <a:r>
              <a:rPr lang="en-US" sz="1800">
                <a:ea typeface="+mn-lt"/>
                <a:cs typeface="+mn-lt"/>
              </a:rPr>
              <a:t> Calculated and displayed high-level metrics: Total Spend, Average Receipt Value, and Total Tax Paid.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📈 </a:t>
            </a:r>
            <a:r>
              <a:rPr lang="en-US" sz="1800" b="1">
                <a:ea typeface="+mn-lt"/>
                <a:cs typeface="+mn-lt"/>
              </a:rPr>
              <a:t>Trend Visualization:</a:t>
            </a:r>
            <a:r>
              <a:rPr lang="en-US" sz="1800">
                <a:ea typeface="+mn-lt"/>
                <a:cs typeface="+mn-lt"/>
              </a:rPr>
              <a:t> Developed time-series analysis (Line &amp; Area charts) to track monthly spending velocity and cumulative growth.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🛒 </a:t>
            </a:r>
            <a:r>
              <a:rPr lang="en-US" sz="1800" b="1">
                <a:ea typeface="+mn-lt"/>
                <a:cs typeface="+mn-lt"/>
              </a:rPr>
              <a:t>Item-Level Granularity:</a:t>
            </a:r>
            <a:r>
              <a:rPr lang="en-US" sz="1800">
                <a:ea typeface="+mn-lt"/>
                <a:cs typeface="+mn-lt"/>
              </a:rPr>
              <a:t> Integrated drill-down logic to rank and visualize the "Top 10" most frequently purchased products.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9206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CF97-AA52-F13B-E51E-2243DA1CA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1794" y="2355112"/>
            <a:ext cx="3974227" cy="1326321"/>
          </a:xfrm>
        </p:spPr>
        <p:txBody>
          <a:bodyPr/>
          <a:lstStyle/>
          <a:p>
            <a:r>
              <a:rPr lang="en-US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09543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Damask</vt:lpstr>
      <vt:lpstr>Receipt &amp; invoice digitizer</vt:lpstr>
      <vt:lpstr>TeAM LEADER </vt:lpstr>
      <vt:lpstr>Problem statement</vt:lpstr>
      <vt:lpstr>Solution overview</vt:lpstr>
      <vt:lpstr>Timeline</vt:lpstr>
      <vt:lpstr>System architecture diagram</vt:lpstr>
      <vt:lpstr>BUILD STREAMLIt dashboard for upload/review</vt:lpstr>
      <vt:lpstr>2. Add CSV/Excel export</vt:lpstr>
      <vt:lpstr>3. Display simple analytics (monthly totals).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Gajendra Rajput</dc:creator>
  <cp:revision>35</cp:revision>
  <dcterms:created xsi:type="dcterms:W3CDTF">2026-02-05T13:44:58Z</dcterms:created>
  <dcterms:modified xsi:type="dcterms:W3CDTF">2026-02-11T09:09:03Z</dcterms:modified>
</cp:coreProperties>
</file>